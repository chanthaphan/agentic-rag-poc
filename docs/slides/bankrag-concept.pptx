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1"/>
  </p:notesMasterIdLst>
  <p:handoutMasterIdLst>
    <p:handoutMasterId r:id="rId62"/>
  </p:handoutMasterIdLst>
  <p:sldIdLst>
    <p:sldId id="256" r:id="rId12"/>
    <p:sldId id="257" r:id="rId13"/>
    <p:sldId id="258" r:id="rId14"/>
    <p:sldId id="259" r:id="rId15"/>
    <p:sldId id="260" r:id="rId16"/>
    <p:sldId id="261" r:id="rId17"/>
    <p:sldId id="262" r:id="rId18"/>
    <p:sldId id="263" r:id="rId19"/>
    <p:sldId id="264" r:id="rId20"/>
    <p:sldId id="265" r:id="rId21"/>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B5CBBF32-B26D-439C-BE94-4B5D87E0BA76}">
          <p14:sldIdLst>
            <p14:sldId id="342"/>
            <p14:sldId id="343"/>
            <p14:sldId id="349"/>
            <p14:sldId id="347"/>
            <p14:sldId id="2147480014"/>
            <p14:sldId id="348"/>
            <p14:sldId id="2147480015"/>
            <p14:sldId id="351"/>
            <p14:sldId id="2147480016"/>
            <p14:sldId id="2147480011"/>
            <p14:sldId id="2147480012"/>
            <p14:sldId id="2147480018"/>
            <p14:sldId id="355"/>
            <p14:sldId id="356"/>
            <p14:sldId id="358"/>
            <p14:sldId id="394"/>
            <p14:sldId id="359"/>
            <p14:sldId id="383"/>
            <p14:sldId id="361"/>
            <p14:sldId id="384"/>
            <p14:sldId id="385"/>
            <p14:sldId id="386"/>
            <p14:sldId id="387"/>
            <p14:sldId id="388"/>
            <p14:sldId id="389"/>
            <p14:sldId id="390"/>
            <p14:sldId id="391"/>
            <p14:sldId id="392"/>
            <p14:sldId id="393"/>
            <p14:sldId id="362"/>
            <p14:sldId id="382"/>
            <p14:sldId id="2147480010"/>
            <p14:sldId id="381"/>
            <p14:sldId id="364"/>
          </p14:sldIdLst>
        </p14:section>
        <p14:section name="Example slides" id="{FF40B3B5-12DD-4FE6-88FC-D60B73AAC9BA}">
          <p14:sldIdLst>
            <p14:sldId id="378"/>
            <p14:sldId id="379"/>
            <p14:sldId id="369"/>
            <p14:sldId id="376"/>
            <p14:sldId id="377"/>
            <p14:sldId id="368"/>
            <p14:sldId id="375"/>
            <p14:sldId id="370"/>
            <p14:sldId id="374"/>
            <p14:sldId id="2147480017"/>
            <p14:sldId id="395"/>
            <p14:sldId id="396"/>
            <p14:sldId id="372"/>
            <p14:sldId id="380"/>
          </p14:sldIdLst>
        </p14:section>
        <p14:section name="Instructions EN" id="{197194E2-25E1-4A4F-9C22-642319CC92D5}">
          <p14:sldIdLst>
            <p14:sldId id="435"/>
            <p14:sldId id="436"/>
            <p14:sldId id="437"/>
            <p14:sldId id="438"/>
          </p14:sldIdLst>
        </p14:section>
        <p14:section name="Instrructions TH" id="{0422DF4F-6B72-D245-AB6F-1235812BBC2F}">
          <p14:sldIdLst>
            <p14:sldId id="2147479986"/>
            <p14:sldId id="453"/>
            <p14:sldId id="454"/>
            <p14:sldId id="45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3B4AE25-F16A-9EA6-3739-F0B81292DAE3}" name="Hanna Bergström" initials="" userId="S::hanna.bergstrom@lynxeye.com::c91d163e-dd6f-4128-a472-59f5e4cf929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3E3E5"/>
    <a:srgbClr val="EFEFEF"/>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07" autoAdjust="0"/>
    <p:restoredTop sz="94604" autoAdjust="0"/>
  </p:normalViewPr>
  <p:slideViewPr>
    <p:cSldViewPr snapToGrid="0">
      <p:cViewPr varScale="1">
        <p:scale>
          <a:sx n="112" d="100"/>
          <a:sy n="112" d="100"/>
        </p:scale>
        <p:origin x="522" y="7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96" d="100"/>
          <a:sy n="96" d="100"/>
        </p:scale>
        <p:origin x="3540" y="9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61" Type="http://schemas.openxmlformats.org/officeDocument/2006/relationships/notesMaster" Target="notesMasters/notesMaster1.xml"/><Relationship Id="rId62" Type="http://schemas.openxmlformats.org/officeDocument/2006/relationships/handoutMaster" Target="handoutMasters/handout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6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E87D75-2A75-97F1-9FF6-762EC85B14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5266EBA-761B-9D34-4263-389A16B29E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61520E-AEBC-4CDE-BB85-D31F0E1D3D5F}" type="datetimeFigureOut">
              <a:rPr lang="en-US" smtClean="0"/>
              <a:t>5/22/2026</a:t>
            </a:fld>
            <a:endParaRPr lang="en-US"/>
          </a:p>
        </p:txBody>
      </p:sp>
      <p:sp>
        <p:nvSpPr>
          <p:cNvPr id="4" name="Footer Placeholder 3">
            <a:extLst>
              <a:ext uri="{FF2B5EF4-FFF2-40B4-BE49-F238E27FC236}">
                <a16:creationId xmlns:a16="http://schemas.microsoft.com/office/drawing/2014/main" id="{4210E55E-D779-8274-2F37-FF2005BD12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47E86D7-3D92-14B8-20D1-A81C3FAADD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295221-43E4-47E6-820A-7F6B3549E2FA}" type="slidenum">
              <a:rPr lang="en-US" smtClean="0"/>
              <a:t>‹#›</a:t>
            </a:fld>
            <a:endParaRPr lang="en-US"/>
          </a:p>
        </p:txBody>
      </p:sp>
    </p:spTree>
    <p:extLst>
      <p:ext uri="{BB962C8B-B14F-4D97-AF65-F5344CB8AC3E}">
        <p14:creationId xmlns:p14="http://schemas.microsoft.com/office/powerpoint/2010/main" val="389257670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6CD27F-57ED-4050-A749-338366197E0D}" type="datetimeFigureOut">
              <a:rPr lang="sv-SE" smtClean="0"/>
              <a:t>2026-05-22</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9CD586-C145-4C08-8ECD-C931AA628107}" type="slidenum">
              <a:rPr lang="sv-SE" smtClean="0"/>
              <a:t>‹#›</a:t>
            </a:fld>
            <a:endParaRPr lang="sv-SE"/>
          </a:p>
        </p:txBody>
      </p:sp>
    </p:spTree>
    <p:extLst>
      <p:ext uri="{BB962C8B-B14F-4D97-AF65-F5344CB8AC3E}">
        <p14:creationId xmlns:p14="http://schemas.microsoft.com/office/powerpoint/2010/main" val="3998416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as stated at kickoff: construct knowledge (documents) and skills per product easily, let the agent pick the skill from the user query, and use the output to design the knowledge system of the real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Router: gpt-4.1-mini with strict JSON output (skill id, confidence, language, reason). Skill agent: instructions = shared base rules + the skill's SKILL.md; its only tool is knowledge_base_retrieve on its own knowledge base. Off-topic questions get a fixed reply without retrieval.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are immutable in Foundry, so every edit is a new version. The hash of the desired definition is stored in the version metadata, which makes sync idempotent. The router is rebuilt on every sync because its schema lists the skill ids.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so far: 19 credit-card products (page + brochures) from the earlier crawl, plus Be1st debit cards, bancassurance and wealth sections crawled by the app itself. 1,220 chunks in the index.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bg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hasCustomPrompt="1"/>
          </p:nvPr>
        </p:nvSpPr>
        <p:spPr>
          <a:xfrm>
            <a:off x="341312" y="1700213"/>
            <a:ext cx="6669348" cy="2546351"/>
          </a:xfrm>
          <a:prstGeom prst="rect">
            <a:avLst/>
          </a:prstGeom>
        </p:spPr>
        <p:txBody>
          <a:bodyPr anchor="b">
            <a:noAutofit/>
          </a:bodyPr>
          <a:lstStyle>
            <a:lvl1pPr algn="l">
              <a:lnSpc>
                <a:spcPts val="6000"/>
              </a:lnSpc>
              <a:defRPr sz="4800" spc="-40" baseline="0">
                <a:solidFill>
                  <a:schemeClr val="tx1"/>
                </a:solidFill>
              </a:defRPr>
            </a:lvl1pPr>
          </a:lstStyle>
          <a:p>
            <a:r>
              <a:rPr lang="en-US"/>
              <a:t>Add title here </a:t>
            </a:r>
            <a:br>
              <a:rPr lang="en-US"/>
            </a:br>
            <a:r>
              <a:rPr lang="en-US"/>
              <a:t>maximum 3 rows</a:t>
            </a:r>
            <a:endParaRPr lang="en-US" dirty="0"/>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hasCustomPrompt="1"/>
          </p:nvPr>
        </p:nvSpPr>
        <p:spPr>
          <a:xfrm>
            <a:off x="341312" y="5292139"/>
            <a:ext cx="4763222" cy="299036"/>
          </a:xfrm>
          <a:prstGeom prst="rect">
            <a:avLst/>
          </a:prstGeom>
        </p:spPr>
        <p:txBody>
          <a:bodyPr anchor="b">
            <a:noAutofit/>
          </a:bodyPr>
          <a:lstStyle>
            <a:lvl1pPr marL="0" indent="0" algn="l">
              <a:lnSpc>
                <a:spcPts val="2500"/>
              </a:lnSpc>
              <a:spcBef>
                <a:spcPts val="1600"/>
              </a:spcBef>
              <a:buNone/>
              <a:defRPr sz="2000" spc="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effectLst/>
              </a:rPr>
              <a:t>Name and surname of presenter</a:t>
            </a:r>
            <a:endParaRPr lang="en-US" dirty="0"/>
          </a:p>
        </p:txBody>
      </p:sp>
      <p:sp>
        <p:nvSpPr>
          <p:cNvPr id="26" name="Text Placeholder 25">
            <a:extLst>
              <a:ext uri="{FF2B5EF4-FFF2-40B4-BE49-F238E27FC236}">
                <a16:creationId xmlns:a16="http://schemas.microsoft.com/office/drawing/2014/main" id="{37344523-A5CE-A6FC-F781-E7311D7A4011}"/>
              </a:ext>
            </a:extLst>
          </p:cNvPr>
          <p:cNvSpPr>
            <a:spLocks noGrp="1"/>
          </p:cNvSpPr>
          <p:nvPr>
            <p:ph type="body" sz="quarter" idx="13" hasCustomPrompt="1"/>
          </p:nvPr>
        </p:nvSpPr>
        <p:spPr>
          <a:xfrm>
            <a:off x="341312" y="5716803"/>
            <a:ext cx="4763222" cy="310958"/>
          </a:xfrm>
        </p:spPr>
        <p:txBody>
          <a:bodyPr>
            <a:noAutofit/>
          </a:bodyPr>
          <a:lstStyle>
            <a:lvl1pPr marL="0" indent="0">
              <a:lnSpc>
                <a:spcPts val="2500"/>
              </a:lnSpc>
              <a:spcBef>
                <a:spcPts val="1600"/>
              </a:spcBef>
              <a:buNone/>
              <a:defRPr sz="2000" spc="0" baseline="0">
                <a:solidFill>
                  <a:schemeClr val="tx1"/>
                </a:solidFill>
              </a:defRPr>
            </a:lvl1pPr>
          </a:lstStyle>
          <a:p>
            <a:pPr lvl="0"/>
            <a:r>
              <a:rPr lang="en-US"/>
              <a:t>Date and place</a:t>
            </a:r>
            <a:endParaRPr lang="en-US" dirty="0"/>
          </a:p>
        </p:txBody>
      </p:sp>
      <p:sp>
        <p:nvSpPr>
          <p:cNvPr id="7" name="Platshållare för datum 6">
            <a:extLst>
              <a:ext uri="{FF2B5EF4-FFF2-40B4-BE49-F238E27FC236}">
                <a16:creationId xmlns:a16="http://schemas.microsoft.com/office/drawing/2014/main" id="{D5663B02-B92E-DE7E-CBA0-CC03E7971C37}"/>
              </a:ext>
            </a:extLst>
          </p:cNvPr>
          <p:cNvSpPr>
            <a:spLocks noGrp="1"/>
          </p:cNvSpPr>
          <p:nvPr>
            <p:ph type="dt" sz="half" idx="14"/>
          </p:nvPr>
        </p:nvSpPr>
        <p:spPr>
          <a:xfrm>
            <a:off x="6149976" y="6874476"/>
            <a:ext cx="1820862" cy="177162"/>
          </a:xfrm>
        </p:spPr>
        <p:txBody>
          <a:bodyPr vert="horz" lIns="0" tIns="0" rIns="0" bIns="0" rtlCol="0" anchor="t">
            <a:noAutofit/>
          </a:bodyPr>
          <a:lstStyle>
            <a:lvl1pPr>
              <a:defRPr lang="en-US" smtClean="0">
                <a:solidFill>
                  <a:schemeClr val="tx2">
                    <a:alpha val="0"/>
                  </a:schemeClr>
                </a:solidFill>
              </a:defRPr>
            </a:lvl1pPr>
          </a:lstStyle>
          <a:p>
            <a:r>
              <a:rPr lang="en-US"/>
              <a:t>Date</a:t>
            </a:r>
            <a:endParaRPr lang="en-US" dirty="0"/>
          </a:p>
        </p:txBody>
      </p:sp>
      <p:sp>
        <p:nvSpPr>
          <p:cNvPr id="8" name="Platshållare för sidfot 7">
            <a:extLst>
              <a:ext uri="{FF2B5EF4-FFF2-40B4-BE49-F238E27FC236}">
                <a16:creationId xmlns:a16="http://schemas.microsoft.com/office/drawing/2014/main" id="{A891D450-FBC2-2799-313D-A58006FB65CF}"/>
              </a:ext>
            </a:extLst>
          </p:cNvPr>
          <p:cNvSpPr>
            <a:spLocks noGrp="1"/>
          </p:cNvSpPr>
          <p:nvPr>
            <p:ph type="ftr" sz="quarter" idx="15"/>
          </p:nvPr>
        </p:nvSpPr>
        <p:spPr>
          <a:xfrm>
            <a:off x="345267" y="6874477"/>
            <a:ext cx="3751264" cy="177162"/>
          </a:xfrm>
        </p:spPr>
        <p:txBody>
          <a:bodyPr/>
          <a:lstStyle>
            <a:lvl1pPr>
              <a:defRPr>
                <a:solidFill>
                  <a:schemeClr val="tx2">
                    <a:alpha val="0"/>
                  </a:schemeClr>
                </a:solidFill>
              </a:defRPr>
            </a:lvl1pPr>
          </a:lstStyle>
          <a:p>
            <a:r>
              <a:rPr lang="en-US"/>
              <a:t>Confidential / internal tag</a:t>
            </a:r>
            <a:endParaRPr lang="en-US" dirty="0"/>
          </a:p>
        </p:txBody>
      </p:sp>
      <p:sp>
        <p:nvSpPr>
          <p:cNvPr id="9" name="Platshållare för bildnummer 8">
            <a:extLst>
              <a:ext uri="{FF2B5EF4-FFF2-40B4-BE49-F238E27FC236}">
                <a16:creationId xmlns:a16="http://schemas.microsoft.com/office/drawing/2014/main" id="{8E763E8F-9850-507E-F722-1F563D0909A1}"/>
              </a:ext>
            </a:extLst>
          </p:cNvPr>
          <p:cNvSpPr>
            <a:spLocks noGrp="1"/>
          </p:cNvSpPr>
          <p:nvPr>
            <p:ph type="sldNum" sz="quarter" idx="16"/>
          </p:nvPr>
        </p:nvSpPr>
        <p:spPr>
          <a:xfrm>
            <a:off x="10991850" y="6874476"/>
            <a:ext cx="865188" cy="177162"/>
          </a:xfrm>
        </p:spPr>
        <p:txBody>
          <a:bodyPr/>
          <a:lstStyle>
            <a:lvl1pPr>
              <a:defRPr>
                <a:solidFill>
                  <a:schemeClr val="tx2">
                    <a:alpha val="0"/>
                  </a:schemeClr>
                </a:solidFill>
              </a:defRPr>
            </a:lvl1pPr>
          </a:lstStyle>
          <a:p>
            <a:pPr algn="r"/>
            <a:fld id="{AE086683-F536-42AB-ABBC-F4803DFE8DBC}" type="slidenum">
              <a:rPr lang="en-US" smtClean="0"/>
              <a:pPr algn="r"/>
              <a:t>‹#›</a:t>
            </a:fld>
            <a:endParaRPr lang="en-US" dirty="0"/>
          </a:p>
        </p:txBody>
      </p:sp>
      <p:pic>
        <p:nvPicPr>
          <p:cNvPr id="4" name="Graphic 3">
            <a:extLst>
              <a:ext uri="{FF2B5EF4-FFF2-40B4-BE49-F238E27FC236}">
                <a16:creationId xmlns:a16="http://schemas.microsoft.com/office/drawing/2014/main" id="{145FB482-F5AB-5445-EB72-C068969C874C}"/>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47176" y="340518"/>
            <a:ext cx="2059201" cy="512749"/>
          </a:xfrm>
          <a:prstGeom prst="rect">
            <a:avLst/>
          </a:prstGeom>
        </p:spPr>
      </p:pic>
    </p:spTree>
    <p:extLst>
      <p:ext uri="{BB962C8B-B14F-4D97-AF65-F5344CB8AC3E}">
        <p14:creationId xmlns:p14="http://schemas.microsoft.com/office/powerpoint/2010/main" val="3177692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
    <p:bg>
      <p:bgPr>
        <a:solidFill>
          <a:schemeClr val="bg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hasCustomPrompt="1"/>
          </p:nvPr>
        </p:nvSpPr>
        <p:spPr>
          <a:xfrm>
            <a:off x="341312" y="1700213"/>
            <a:ext cx="5691188" cy="2546350"/>
          </a:xfrm>
          <a:prstGeom prst="rect">
            <a:avLst/>
          </a:prstGeom>
        </p:spPr>
        <p:txBody>
          <a:bodyPr anchor="b">
            <a:noAutofit/>
          </a:bodyPr>
          <a:lstStyle>
            <a:lvl1pPr algn="l">
              <a:lnSpc>
                <a:spcPts val="6000"/>
              </a:lnSpc>
              <a:defRPr sz="4800" spc="-40" baseline="0">
                <a:solidFill>
                  <a:schemeClr val="tx1"/>
                </a:solidFill>
              </a:defRPr>
            </a:lvl1pPr>
          </a:lstStyle>
          <a:p>
            <a:r>
              <a:rPr lang="en-US"/>
              <a:t>Add title here </a:t>
            </a:r>
            <a:br>
              <a:rPr lang="en-US"/>
            </a:br>
            <a:r>
              <a:rPr lang="en-US"/>
              <a:t>maximum 3 rows</a:t>
            </a:r>
            <a:endParaRPr lang="en-US" dirty="0"/>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a:xfrm>
            <a:off x="6149976" y="6881876"/>
            <a:ext cx="1820862" cy="177162"/>
          </a:xfrm>
        </p:spPr>
        <p:txBody>
          <a:bodyPr/>
          <a:lstStyle>
            <a:lvl1pPr>
              <a:defRPr>
                <a:solidFill>
                  <a:schemeClr val="tx2">
                    <a:alpha val="0"/>
                  </a:schemeClr>
                </a:solidFill>
              </a:defRPr>
            </a:lvl1pPr>
          </a:lstStyle>
          <a:p>
            <a:r>
              <a:rPr lang="en-US"/>
              <a:t>Date</a:t>
            </a:r>
            <a:endParaRPr lang="en-US" dirty="0"/>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a:xfrm>
            <a:off x="345267" y="6881877"/>
            <a:ext cx="3751264" cy="177162"/>
          </a:xfrm>
        </p:spPr>
        <p:txBody>
          <a:bodyPr/>
          <a:lstStyle>
            <a:lvl1pPr>
              <a:defRPr>
                <a:solidFill>
                  <a:schemeClr val="tx2">
                    <a:alpha val="0"/>
                  </a:schemeClr>
                </a:solidFill>
              </a:defRPr>
            </a:lvl1pPr>
          </a:lstStyle>
          <a:p>
            <a:r>
              <a:rPr lang="en-US"/>
              <a:t>Confidential / internal tag</a:t>
            </a:r>
            <a:endParaRPr lang="en-US" dirty="0"/>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a:xfrm>
            <a:off x="10991850" y="6881876"/>
            <a:ext cx="865188" cy="177162"/>
          </a:xfrm>
        </p:spPr>
        <p:txBody>
          <a:bodyPr/>
          <a:lstStyle>
            <a:lvl1pPr>
              <a:defRPr>
                <a:solidFill>
                  <a:schemeClr val="tx2">
                    <a:alpha val="0"/>
                  </a:schemeClr>
                </a:solidFill>
              </a:defRPr>
            </a:lvl1pPr>
          </a:lstStyle>
          <a:p>
            <a:fld id="{AE086683-F536-42AB-ABBC-F4803DFE8DBC}" type="slidenum">
              <a:rPr lang="en-US" smtClean="0"/>
              <a:pPr/>
              <a:t>‹#›</a:t>
            </a:fld>
            <a:endParaRPr lang="en-US" dirty="0"/>
          </a:p>
        </p:txBody>
      </p:sp>
      <p:sp>
        <p:nvSpPr>
          <p:cNvPr id="10" name="Picture Placeholder 9">
            <a:extLst>
              <a:ext uri="{FF2B5EF4-FFF2-40B4-BE49-F238E27FC236}">
                <a16:creationId xmlns:a16="http://schemas.microsoft.com/office/drawing/2014/main" id="{BE06256C-A0AD-14E7-6F0B-BF1DABEF13E1}"/>
              </a:ext>
            </a:extLst>
          </p:cNvPr>
          <p:cNvSpPr>
            <a:spLocks noGrp="1"/>
          </p:cNvSpPr>
          <p:nvPr>
            <p:ph type="pic" sz="quarter" idx="14" hasCustomPrompt="1"/>
          </p:nvPr>
        </p:nvSpPr>
        <p:spPr>
          <a:xfrm>
            <a:off x="7140575" y="0"/>
            <a:ext cx="5051423" cy="6858000"/>
          </a:xfrm>
          <a:noFill/>
        </p:spPr>
        <p:txBody>
          <a:bodyPr lIns="0" tIns="216000" anchor="t" anchorCtr="1">
            <a:noAutofit/>
          </a:bodyPr>
          <a:lstStyle>
            <a:lvl1pPr marL="0" indent="0">
              <a:buNone/>
              <a:defRPr sz="1200">
                <a:solidFill>
                  <a:schemeClr val="tx1"/>
                </a:solidFill>
              </a:defRPr>
            </a:lvl1pPr>
          </a:lstStyle>
          <a:p>
            <a:r>
              <a:rPr lang="en-US" noProof="0"/>
              <a:t>Click the icon to insert an image</a:t>
            </a:r>
            <a:endParaRPr lang="en-US" noProof="0" dirty="0"/>
          </a:p>
        </p:txBody>
      </p:sp>
      <p:sp>
        <p:nvSpPr>
          <p:cNvPr id="7" name="Underrubrik 2">
            <a:extLst>
              <a:ext uri="{FF2B5EF4-FFF2-40B4-BE49-F238E27FC236}">
                <a16:creationId xmlns:a16="http://schemas.microsoft.com/office/drawing/2014/main" id="{6ACDD429-4DFE-D2F0-E695-3AA7A9AD074F}"/>
              </a:ext>
            </a:extLst>
          </p:cNvPr>
          <p:cNvSpPr>
            <a:spLocks noGrp="1"/>
          </p:cNvSpPr>
          <p:nvPr>
            <p:ph type="subTitle" idx="1" hasCustomPrompt="1"/>
          </p:nvPr>
        </p:nvSpPr>
        <p:spPr>
          <a:xfrm>
            <a:off x="341312" y="5292139"/>
            <a:ext cx="4763222" cy="299036"/>
          </a:xfrm>
          <a:prstGeom prst="rect">
            <a:avLst/>
          </a:prstGeom>
        </p:spPr>
        <p:txBody>
          <a:bodyPr anchor="b">
            <a:noAutofit/>
          </a:bodyPr>
          <a:lstStyle>
            <a:lvl1pPr marL="0" indent="0" algn="l">
              <a:lnSpc>
                <a:spcPts val="2500"/>
              </a:lnSpc>
              <a:spcBef>
                <a:spcPts val="1600"/>
              </a:spcBef>
              <a:buNone/>
              <a:defRPr sz="2000" spc="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effectLst/>
              </a:rPr>
              <a:t>Name and surname of presenter</a:t>
            </a:r>
            <a:endParaRPr lang="en-US" dirty="0"/>
          </a:p>
        </p:txBody>
      </p:sp>
      <p:sp>
        <p:nvSpPr>
          <p:cNvPr id="8" name="Text Placeholder 25">
            <a:extLst>
              <a:ext uri="{FF2B5EF4-FFF2-40B4-BE49-F238E27FC236}">
                <a16:creationId xmlns:a16="http://schemas.microsoft.com/office/drawing/2014/main" id="{C72FF69D-1921-8F32-2BC0-3619DC85295A}"/>
              </a:ext>
            </a:extLst>
          </p:cNvPr>
          <p:cNvSpPr>
            <a:spLocks noGrp="1"/>
          </p:cNvSpPr>
          <p:nvPr>
            <p:ph type="body" sz="quarter" idx="13" hasCustomPrompt="1"/>
          </p:nvPr>
        </p:nvSpPr>
        <p:spPr>
          <a:xfrm>
            <a:off x="341312" y="5716803"/>
            <a:ext cx="4763222" cy="310958"/>
          </a:xfrm>
        </p:spPr>
        <p:txBody>
          <a:bodyPr>
            <a:noAutofit/>
          </a:bodyPr>
          <a:lstStyle>
            <a:lvl1pPr marL="0" indent="0">
              <a:lnSpc>
                <a:spcPts val="2500"/>
              </a:lnSpc>
              <a:spcBef>
                <a:spcPts val="1600"/>
              </a:spcBef>
              <a:buNone/>
              <a:defRPr sz="2000" spc="0" baseline="0">
                <a:solidFill>
                  <a:schemeClr val="tx1"/>
                </a:solidFill>
              </a:defRPr>
            </a:lvl1pPr>
          </a:lstStyle>
          <a:p>
            <a:pPr lvl="0"/>
            <a:r>
              <a:rPr lang="en-US"/>
              <a:t>Date and place</a:t>
            </a:r>
            <a:endParaRPr lang="en-US" dirty="0"/>
          </a:p>
        </p:txBody>
      </p:sp>
      <p:pic>
        <p:nvPicPr>
          <p:cNvPr id="3" name="Graphic 2">
            <a:extLst>
              <a:ext uri="{FF2B5EF4-FFF2-40B4-BE49-F238E27FC236}">
                <a16:creationId xmlns:a16="http://schemas.microsoft.com/office/drawing/2014/main" id="{CEDD3F22-14F2-D507-E5CA-228F248CE4C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47176" y="340518"/>
            <a:ext cx="2059201" cy="512749"/>
          </a:xfrm>
          <a:prstGeom prst="rect">
            <a:avLst/>
          </a:prstGeom>
        </p:spPr>
      </p:pic>
    </p:spTree>
    <p:extLst>
      <p:ext uri="{BB962C8B-B14F-4D97-AF65-F5344CB8AC3E}">
        <p14:creationId xmlns:p14="http://schemas.microsoft.com/office/powerpoint/2010/main" val="279668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F78D318-8C23-97A3-FE87-2318CD893738}"/>
              </a:ext>
            </a:extLst>
          </p:cNvPr>
          <p:cNvSpPr>
            <a:spLocks noGrp="1"/>
          </p:cNvSpPr>
          <p:nvPr>
            <p:ph type="body" sz="quarter" idx="14" hasCustomPrompt="1"/>
          </p:nvPr>
        </p:nvSpPr>
        <p:spPr>
          <a:xfrm>
            <a:off x="334961" y="1687513"/>
            <a:ext cx="849313" cy="4575175"/>
          </a:xfrm>
        </p:spPr>
        <p:txBody>
          <a:bodyPr vert="horz" lIns="0" tIns="0" rIns="0" bIns="0" rtlCol="0" anchor="t">
            <a:noAutofit/>
          </a:bodyPr>
          <a:lstStyle>
            <a:lvl1pPr marL="0" indent="0">
              <a:lnSpc>
                <a:spcPts val="2500"/>
              </a:lnSpc>
              <a:spcBef>
                <a:spcPts val="1600"/>
              </a:spcBef>
              <a:spcAft>
                <a:spcPts val="0"/>
              </a:spcAft>
              <a:buNone/>
              <a:defRPr lang="en-US" sz="2000" spc="0" dirty="0">
                <a:solidFill>
                  <a:schemeClr val="tx2"/>
                </a:solidFill>
              </a:defRPr>
            </a:lvl1pPr>
          </a:lstStyle>
          <a:p>
            <a:pPr marL="342900" lvl="0" indent="-342900">
              <a:lnSpc>
                <a:spcPct val="100000"/>
              </a:lnSpc>
              <a:spcBef>
                <a:spcPts val="800"/>
              </a:spcBef>
              <a:spcAft>
                <a:spcPts val="300"/>
              </a:spcAft>
            </a:pPr>
            <a:r>
              <a:rPr lang="en-US"/>
              <a:t>1</a:t>
            </a:r>
            <a:endParaRPr lang="en-US" dirty="0"/>
          </a:p>
        </p:txBody>
      </p:sp>
      <p:sp>
        <p:nvSpPr>
          <p:cNvPr id="6" name="Text Placeholder 5">
            <a:extLst>
              <a:ext uri="{FF2B5EF4-FFF2-40B4-BE49-F238E27FC236}">
                <a16:creationId xmlns:a16="http://schemas.microsoft.com/office/drawing/2014/main" id="{DDFEC708-0381-A982-022A-2654C62012F4}"/>
              </a:ext>
            </a:extLst>
          </p:cNvPr>
          <p:cNvSpPr>
            <a:spLocks noGrp="1"/>
          </p:cNvSpPr>
          <p:nvPr>
            <p:ph type="body" sz="quarter" idx="19" hasCustomPrompt="1"/>
          </p:nvPr>
        </p:nvSpPr>
        <p:spPr>
          <a:xfrm>
            <a:off x="1302326" y="1685925"/>
            <a:ext cx="3760211" cy="4587875"/>
          </a:xfrm>
        </p:spPr>
        <p:txBody>
          <a:bodyPr vert="horz" lIns="0" tIns="0" rIns="0" bIns="0" rtlCol="0" anchor="t">
            <a:noAutofit/>
          </a:bodyPr>
          <a:lstStyle>
            <a:lvl1pPr marL="0" indent="0">
              <a:lnSpc>
                <a:spcPts val="2500"/>
              </a:lnSpc>
              <a:spcBef>
                <a:spcPts val="1600"/>
              </a:spcBef>
              <a:spcAft>
                <a:spcPts val="0"/>
              </a:spcAft>
              <a:buNone/>
              <a:defRPr lang="en-US" sz="2000" spc="0" dirty="0">
                <a:solidFill>
                  <a:schemeClr val="tx2"/>
                </a:solidFill>
              </a:defRPr>
            </a:lvl1pPr>
          </a:lstStyle>
          <a:p>
            <a:pPr marL="342900" lvl="0" indent="-342900">
              <a:lnSpc>
                <a:spcPct val="100000"/>
              </a:lnSpc>
              <a:spcBef>
                <a:spcPts val="800"/>
              </a:spcBef>
              <a:spcAft>
                <a:spcPts val="300"/>
              </a:spcAft>
            </a:pPr>
            <a:r>
              <a:rPr lang="en-US"/>
              <a:t>XX:XX–XX:XX Agenda item</a:t>
            </a:r>
          </a:p>
          <a:p>
            <a:pPr marL="342900" lvl="0" indent="-342900">
              <a:lnSpc>
                <a:spcPct val="100000"/>
              </a:lnSpc>
              <a:spcBef>
                <a:spcPts val="800"/>
              </a:spcBef>
              <a:spcAft>
                <a:spcPts val="300"/>
              </a:spcAft>
            </a:pPr>
            <a:endParaRPr lang="en-US"/>
          </a:p>
          <a:p>
            <a:pPr marL="342900" lvl="0" indent="-342900">
              <a:lnSpc>
                <a:spcPct val="100000"/>
              </a:lnSpc>
              <a:spcBef>
                <a:spcPts val="800"/>
              </a:spcBef>
              <a:spcAft>
                <a:spcPts val="300"/>
              </a:spcAft>
            </a:pPr>
            <a:endParaRPr lang="en-US"/>
          </a:p>
          <a:p>
            <a:pPr marL="342900" lvl="0" indent="-342900">
              <a:lnSpc>
                <a:spcPct val="100000"/>
              </a:lnSpc>
              <a:spcBef>
                <a:spcPts val="800"/>
              </a:spcBef>
              <a:spcAft>
                <a:spcPts val="300"/>
              </a:spcAft>
            </a:pPr>
            <a:endParaRPr lang="en-US" dirty="0"/>
          </a:p>
        </p:txBody>
      </p:sp>
      <p:sp>
        <p:nvSpPr>
          <p:cNvPr id="8" name="Text Placeholder 7">
            <a:extLst>
              <a:ext uri="{FF2B5EF4-FFF2-40B4-BE49-F238E27FC236}">
                <a16:creationId xmlns:a16="http://schemas.microsoft.com/office/drawing/2014/main" id="{F6CECD45-4679-DE1B-55A9-E84262E5A84A}"/>
              </a:ext>
            </a:extLst>
          </p:cNvPr>
          <p:cNvSpPr>
            <a:spLocks noGrp="1"/>
          </p:cNvSpPr>
          <p:nvPr>
            <p:ph type="body" sz="quarter" idx="20" hasCustomPrompt="1"/>
          </p:nvPr>
        </p:nvSpPr>
        <p:spPr>
          <a:xfrm>
            <a:off x="6149975" y="1685925"/>
            <a:ext cx="5699125" cy="4587875"/>
          </a:xfrm>
        </p:spPr>
        <p:txBody>
          <a:bodyPr vert="horz" lIns="0" tIns="0" rIns="0" bIns="0" rtlCol="0" anchor="t">
            <a:noAutofit/>
          </a:bodyPr>
          <a:lstStyle>
            <a:lvl1pPr marL="0" indent="0">
              <a:lnSpc>
                <a:spcPts val="2500"/>
              </a:lnSpc>
              <a:spcBef>
                <a:spcPts val="1600"/>
              </a:spcBef>
              <a:spcAft>
                <a:spcPts val="0"/>
              </a:spcAft>
              <a:buNone/>
              <a:defRPr lang="en-US" sz="2000" spc="0" dirty="0">
                <a:solidFill>
                  <a:schemeClr val="tx2"/>
                </a:solidFill>
              </a:defRPr>
            </a:lvl1pPr>
          </a:lstStyle>
          <a:p>
            <a:pPr marL="342900" lvl="0" indent="-342900">
              <a:lnSpc>
                <a:spcPct val="100000"/>
              </a:lnSpc>
              <a:spcBef>
                <a:spcPts val="800"/>
              </a:spcBef>
              <a:spcAft>
                <a:spcPts val="300"/>
              </a:spcAft>
            </a:pPr>
            <a:r>
              <a:rPr lang="en-US"/>
              <a:t>Name Surname</a:t>
            </a:r>
            <a:endParaRPr lang="en-US" dirty="0"/>
          </a:p>
        </p:txBody>
      </p:sp>
      <p:sp>
        <p:nvSpPr>
          <p:cNvPr id="20" name="Title 19">
            <a:extLst>
              <a:ext uri="{FF2B5EF4-FFF2-40B4-BE49-F238E27FC236}">
                <a16:creationId xmlns:a16="http://schemas.microsoft.com/office/drawing/2014/main" id="{1969E36E-70E4-2EE2-8C8A-3A06C4A52851}"/>
              </a:ext>
            </a:extLst>
          </p:cNvPr>
          <p:cNvSpPr>
            <a:spLocks noGrp="1"/>
          </p:cNvSpPr>
          <p:nvPr>
            <p:ph type="title" hasCustomPrompt="1"/>
          </p:nvPr>
        </p:nvSpPr>
        <p:spPr>
          <a:xfrm>
            <a:off x="341313" y="341313"/>
            <a:ext cx="6658611" cy="546099"/>
          </a:xfrm>
        </p:spPr>
        <p:txBody>
          <a:bodyPr anchor="b">
            <a:noAutofit/>
          </a:bodyPr>
          <a:lstStyle>
            <a:lvl1pPr>
              <a:defRPr sz="3200" kern="1200" spc="-50" baseline="0"/>
            </a:lvl1pPr>
          </a:lstStyle>
          <a:p>
            <a:r>
              <a:rPr lang="en-US"/>
              <a:t>Agenda</a:t>
            </a:r>
            <a:endParaRPr lang="en-US" dirty="0"/>
          </a:p>
        </p:txBody>
      </p:sp>
      <p:sp>
        <p:nvSpPr>
          <p:cNvPr id="5" name="Date Placeholder 4">
            <a:extLst>
              <a:ext uri="{FF2B5EF4-FFF2-40B4-BE49-F238E27FC236}">
                <a16:creationId xmlns:a16="http://schemas.microsoft.com/office/drawing/2014/main" id="{AB567EBE-CBC7-5986-3C8C-09FF9CB70197}"/>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98A44254-E7C5-754D-4A93-76453113F594}"/>
              </a:ext>
            </a:extLst>
          </p:cNvPr>
          <p:cNvSpPr>
            <a:spLocks noGrp="1"/>
          </p:cNvSpPr>
          <p:nvPr>
            <p:ph type="ftr" sz="quarter" idx="22"/>
          </p:nvPr>
        </p:nvSpPr>
        <p:spPr/>
        <p:txBody>
          <a:bodyPr/>
          <a:lstStyle/>
          <a:p>
            <a:r>
              <a:rPr lang="en-US"/>
              <a:t>Confidential / internal tag</a:t>
            </a:r>
            <a:endParaRPr lang="en-US" dirty="0"/>
          </a:p>
        </p:txBody>
      </p:sp>
      <p:sp>
        <p:nvSpPr>
          <p:cNvPr id="9" name="Slide Number Placeholder 8">
            <a:extLst>
              <a:ext uri="{FF2B5EF4-FFF2-40B4-BE49-F238E27FC236}">
                <a16:creationId xmlns:a16="http://schemas.microsoft.com/office/drawing/2014/main" id="{D88FAEC9-D60D-7495-1C3E-EE574E762D1B}"/>
              </a:ext>
            </a:extLst>
          </p:cNvPr>
          <p:cNvSpPr>
            <a:spLocks noGrp="1"/>
          </p:cNvSpPr>
          <p:nvPr>
            <p:ph type="sldNum" sz="quarter" idx="23"/>
          </p:nvPr>
        </p:nvSpPr>
        <p:spPr/>
        <p:txBody>
          <a:bodyPr/>
          <a:lstStyle/>
          <a:p>
            <a:pPr algn="r"/>
            <a:fld id="{AE086683-F536-42AB-ABBC-F4803DFE8DBC}" type="slidenum">
              <a:rPr lang="en-US" smtClean="0"/>
              <a:pPr algn="r"/>
              <a:t>‹#›</a:t>
            </a:fld>
            <a:endParaRPr lang="en-US" dirty="0"/>
          </a:p>
        </p:txBody>
      </p:sp>
    </p:spTree>
    <p:extLst>
      <p:ext uri="{BB962C8B-B14F-4D97-AF65-F5344CB8AC3E}">
        <p14:creationId xmlns:p14="http://schemas.microsoft.com/office/powerpoint/2010/main" val="2227530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divider">
    <p:bg>
      <p:bgPr>
        <a:solidFill>
          <a:schemeClr val="accent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a:xfrm>
            <a:off x="6149976" y="6858000"/>
            <a:ext cx="1820862" cy="177162"/>
          </a:xfrm>
        </p:spPr>
        <p:txBody>
          <a:bodyPr/>
          <a:lstStyle>
            <a:lvl1pPr>
              <a:defRPr>
                <a:solidFill>
                  <a:schemeClr val="tx2">
                    <a:alpha val="0"/>
                  </a:schemeClr>
                </a:solidFill>
              </a:defRPr>
            </a:lvl1pPr>
          </a:lstStyle>
          <a:p>
            <a:r>
              <a:rPr lang="en-US"/>
              <a:t>Date</a:t>
            </a:r>
            <a:endParaRPr lang="en-US" dirty="0"/>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a:xfrm>
            <a:off x="345267" y="6858001"/>
            <a:ext cx="3751264" cy="177162"/>
          </a:xfrm>
        </p:spPr>
        <p:txBody>
          <a:bodyPr/>
          <a:lstStyle>
            <a:lvl1pPr>
              <a:defRPr>
                <a:solidFill>
                  <a:schemeClr val="tx2">
                    <a:alpha val="0"/>
                  </a:schemeClr>
                </a:solidFill>
              </a:defRPr>
            </a:lvl1pPr>
          </a:lstStyle>
          <a:p>
            <a:r>
              <a:rPr lang="en-US"/>
              <a:t>Confidential / internal tag</a:t>
            </a:r>
            <a:endParaRPr lang="en-US" dirty="0"/>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a:xfrm>
            <a:off x="10991850" y="6858000"/>
            <a:ext cx="865188" cy="177162"/>
          </a:xfrm>
        </p:spPr>
        <p:txBody>
          <a:bodyPr/>
          <a:lstStyle>
            <a:lvl1pPr>
              <a:defRPr>
                <a:solidFill>
                  <a:schemeClr val="tx2">
                    <a:alpha val="0"/>
                  </a:schemeClr>
                </a:solidFill>
              </a:defRPr>
            </a:lvl1pPr>
          </a:lstStyle>
          <a:p>
            <a:fld id="{AE086683-F536-42AB-ABBC-F4803DFE8DBC}" type="slidenum">
              <a:rPr lang="en-US" smtClean="0"/>
              <a:pPr/>
              <a:t>‹#›</a:t>
            </a:fld>
            <a:endParaRPr lang="en-US" dirty="0"/>
          </a:p>
        </p:txBody>
      </p:sp>
      <p:pic>
        <p:nvPicPr>
          <p:cNvPr id="18" name="Graphic 17">
            <a:extLst>
              <a:ext uri="{FF2B5EF4-FFF2-40B4-BE49-F238E27FC236}">
                <a16:creationId xmlns:a16="http://schemas.microsoft.com/office/drawing/2014/main" id="{1BFC8974-1BE1-98F7-77EF-18D268C7669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8421" y="319090"/>
            <a:ext cx="2059200" cy="511643"/>
          </a:xfrm>
          <a:prstGeom prst="rect">
            <a:avLst/>
          </a:prstGeom>
        </p:spPr>
      </p:pic>
      <p:sp>
        <p:nvSpPr>
          <p:cNvPr id="26" name="Text Placeholder 25">
            <a:extLst>
              <a:ext uri="{FF2B5EF4-FFF2-40B4-BE49-F238E27FC236}">
                <a16:creationId xmlns:a16="http://schemas.microsoft.com/office/drawing/2014/main" id="{37344523-A5CE-A6FC-F781-E7311D7A4011}"/>
              </a:ext>
            </a:extLst>
          </p:cNvPr>
          <p:cNvSpPr>
            <a:spLocks noGrp="1"/>
          </p:cNvSpPr>
          <p:nvPr>
            <p:ph type="body" sz="quarter" idx="13" hasCustomPrompt="1"/>
          </p:nvPr>
        </p:nvSpPr>
        <p:spPr>
          <a:xfrm>
            <a:off x="320195" y="2357438"/>
            <a:ext cx="4742344" cy="1762385"/>
          </a:xfrm>
        </p:spPr>
        <p:txBody>
          <a:bodyPr>
            <a:noAutofit/>
          </a:bodyPr>
          <a:lstStyle>
            <a:lvl1pPr marL="0" indent="0">
              <a:lnSpc>
                <a:spcPts val="2500"/>
              </a:lnSpc>
              <a:spcBef>
                <a:spcPts val="1600"/>
              </a:spcBef>
              <a:buNone/>
              <a:defRPr sz="2000" spc="0" baseline="0">
                <a:solidFill>
                  <a:schemeClr val="bg1"/>
                </a:solidFill>
              </a:defRPr>
            </a:lvl1pPr>
          </a:lstStyle>
          <a:p>
            <a:pPr lvl="0"/>
            <a:r>
              <a:rPr lang="en-US"/>
              <a:t>Master subtitle style</a:t>
            </a:r>
            <a:endParaRPr lang="en-US" dirty="0"/>
          </a:p>
        </p:txBody>
      </p:sp>
      <p:sp>
        <p:nvSpPr>
          <p:cNvPr id="11" name="Text Placeholder 10">
            <a:extLst>
              <a:ext uri="{FF2B5EF4-FFF2-40B4-BE49-F238E27FC236}">
                <a16:creationId xmlns:a16="http://schemas.microsoft.com/office/drawing/2014/main" id="{F5179664-B26A-6449-14D4-8470D0FCED12}"/>
              </a:ext>
            </a:extLst>
          </p:cNvPr>
          <p:cNvSpPr>
            <a:spLocks noGrp="1"/>
          </p:cNvSpPr>
          <p:nvPr>
            <p:ph type="body" sz="quarter" idx="14" hasCustomPrompt="1"/>
          </p:nvPr>
        </p:nvSpPr>
        <p:spPr>
          <a:xfrm>
            <a:off x="339489" y="4894025"/>
            <a:ext cx="2843657" cy="1217613"/>
          </a:xfrm>
        </p:spPr>
        <p:txBody>
          <a:bodyPr>
            <a:noAutofit/>
          </a:bodyPr>
          <a:lstStyle>
            <a:lvl1pPr marL="0" indent="0">
              <a:lnSpc>
                <a:spcPct val="100000"/>
              </a:lnSpc>
              <a:buNone/>
              <a:defRPr sz="10000">
                <a:solidFill>
                  <a:schemeClr val="bg1"/>
                </a:solidFill>
                <a:latin typeface="+mj-lt"/>
              </a:defRPr>
            </a:lvl1pPr>
          </a:lstStyle>
          <a:p>
            <a:pPr lvl="0"/>
            <a:r>
              <a:rPr lang="en-US"/>
              <a:t>1</a:t>
            </a:r>
            <a:endParaRPr lang="en-US" dirty="0"/>
          </a:p>
        </p:txBody>
      </p:sp>
      <p:sp>
        <p:nvSpPr>
          <p:cNvPr id="9" name="Title 8">
            <a:extLst>
              <a:ext uri="{FF2B5EF4-FFF2-40B4-BE49-F238E27FC236}">
                <a16:creationId xmlns:a16="http://schemas.microsoft.com/office/drawing/2014/main" id="{4B64478F-DB0F-7783-D5E6-D0EE48E61F2F}"/>
              </a:ext>
            </a:extLst>
          </p:cNvPr>
          <p:cNvSpPr>
            <a:spLocks noGrp="1"/>
          </p:cNvSpPr>
          <p:nvPr>
            <p:ph type="title"/>
          </p:nvPr>
        </p:nvSpPr>
        <p:spPr>
          <a:xfrm>
            <a:off x="341313" y="341313"/>
            <a:ext cx="6677068" cy="1873723"/>
          </a:xfrm>
        </p:spPr>
        <p:txBody>
          <a:bodyPr>
            <a:noAutofit/>
          </a:bodyPr>
          <a:lstStyle>
            <a:lvl1pPr>
              <a:lnSpc>
                <a:spcPts val="6000"/>
              </a:lnSpc>
              <a:defRPr sz="4800" spc="-40" baseline="0">
                <a:solidFill>
                  <a:schemeClr val="bg1"/>
                </a:solidFill>
              </a:defRPr>
            </a:lvl1pPr>
          </a:lstStyle>
          <a:p>
            <a:endParaRPr lang="en-US" dirty="0"/>
          </a:p>
        </p:txBody>
      </p:sp>
      <p:sp>
        <p:nvSpPr>
          <p:cNvPr id="2" name="Graphic 2">
            <a:extLst>
              <a:ext uri="{FF2B5EF4-FFF2-40B4-BE49-F238E27FC236}">
                <a16:creationId xmlns:a16="http://schemas.microsoft.com/office/drawing/2014/main" id="{F1FB46AD-B32B-9A3C-CB95-F1D25135FC24}"/>
              </a:ext>
            </a:extLst>
          </p:cNvPr>
          <p:cNvSpPr/>
          <p:nvPr/>
        </p:nvSpPr>
        <p:spPr>
          <a:xfrm>
            <a:off x="11521018" y="343854"/>
            <a:ext cx="330781" cy="425290"/>
          </a:xfrm>
          <a:custGeom>
            <a:avLst/>
            <a:gdLst>
              <a:gd name="connsiteX0" fmla="*/ 288666 w 318967"/>
              <a:gd name="connsiteY0" fmla="*/ 169584 h 425290"/>
              <a:gd name="connsiteX1" fmla="*/ 159484 w 318967"/>
              <a:gd name="connsiteY1" fmla="*/ 0 h 425290"/>
              <a:gd name="connsiteX2" fmla="*/ 30302 w 318967"/>
              <a:gd name="connsiteY2" fmla="*/ 169584 h 425290"/>
              <a:gd name="connsiteX3" fmla="*/ 0 w 318967"/>
              <a:gd name="connsiteY3" fmla="*/ 250389 h 425290"/>
              <a:gd name="connsiteX4" fmla="*/ 57946 w 318967"/>
              <a:gd name="connsiteY4" fmla="*/ 355117 h 425290"/>
              <a:gd name="connsiteX5" fmla="*/ 159484 w 318967"/>
              <a:gd name="connsiteY5" fmla="*/ 425290 h 425290"/>
              <a:gd name="connsiteX6" fmla="*/ 261022 w 318967"/>
              <a:gd name="connsiteY6" fmla="*/ 355117 h 425290"/>
              <a:gd name="connsiteX7" fmla="*/ 318968 w 318967"/>
              <a:gd name="connsiteY7" fmla="*/ 250389 h 425290"/>
              <a:gd name="connsiteX8" fmla="*/ 288666 w 318967"/>
              <a:gd name="connsiteY8" fmla="*/ 169584 h 425290"/>
              <a:gd name="connsiteX9" fmla="*/ 138751 w 318967"/>
              <a:gd name="connsiteY9" fmla="*/ 348206 h 425290"/>
              <a:gd name="connsiteX10" fmla="*/ 138751 w 318967"/>
              <a:gd name="connsiteY10" fmla="*/ 373192 h 425290"/>
              <a:gd name="connsiteX11" fmla="*/ 76553 w 318967"/>
              <a:gd name="connsiteY11" fmla="*/ 330663 h 425290"/>
              <a:gd name="connsiteX12" fmla="*/ 30834 w 318967"/>
              <a:gd name="connsiteY12" fmla="*/ 251984 h 425290"/>
              <a:gd name="connsiteX13" fmla="*/ 42529 w 318967"/>
              <a:gd name="connsiteY13" fmla="*/ 207860 h 425290"/>
              <a:gd name="connsiteX14" fmla="*/ 62730 w 318967"/>
              <a:gd name="connsiteY14" fmla="*/ 239226 h 425290"/>
              <a:gd name="connsiteX15" fmla="*/ 128651 w 318967"/>
              <a:gd name="connsiteY15" fmla="*/ 312588 h 425290"/>
              <a:gd name="connsiteX16" fmla="*/ 138751 w 318967"/>
              <a:gd name="connsiteY16" fmla="*/ 348206 h 425290"/>
              <a:gd name="connsiteX17" fmla="*/ 89843 w 318967"/>
              <a:gd name="connsiteY17" fmla="*/ 223277 h 425290"/>
              <a:gd name="connsiteX18" fmla="*/ 70173 w 318967"/>
              <a:gd name="connsiteY18" fmla="*/ 184470 h 425290"/>
              <a:gd name="connsiteX19" fmla="*/ 85058 w 318967"/>
              <a:gd name="connsiteY19" fmla="*/ 148852 h 425290"/>
              <a:gd name="connsiteX20" fmla="*/ 159484 w 318967"/>
              <a:gd name="connsiteY20" fmla="*/ 52098 h 425290"/>
              <a:gd name="connsiteX21" fmla="*/ 233910 w 318967"/>
              <a:gd name="connsiteY21" fmla="*/ 148852 h 425290"/>
              <a:gd name="connsiteX22" fmla="*/ 248795 w 318967"/>
              <a:gd name="connsiteY22" fmla="*/ 184470 h 425290"/>
              <a:gd name="connsiteX23" fmla="*/ 229125 w 318967"/>
              <a:gd name="connsiteY23" fmla="*/ 223277 h 425290"/>
              <a:gd name="connsiteX24" fmla="*/ 159484 w 318967"/>
              <a:gd name="connsiteY24" fmla="*/ 300893 h 425290"/>
              <a:gd name="connsiteX25" fmla="*/ 89843 w 318967"/>
              <a:gd name="connsiteY25" fmla="*/ 223277 h 425290"/>
              <a:gd name="connsiteX26" fmla="*/ 242416 w 318967"/>
              <a:gd name="connsiteY26" fmla="*/ 330663 h 425290"/>
              <a:gd name="connsiteX27" fmla="*/ 180216 w 318967"/>
              <a:gd name="connsiteY27" fmla="*/ 373192 h 425290"/>
              <a:gd name="connsiteX28" fmla="*/ 180216 w 318967"/>
              <a:gd name="connsiteY28" fmla="*/ 348206 h 425290"/>
              <a:gd name="connsiteX29" fmla="*/ 190318 w 318967"/>
              <a:gd name="connsiteY29" fmla="*/ 312588 h 425290"/>
              <a:gd name="connsiteX30" fmla="*/ 256237 w 318967"/>
              <a:gd name="connsiteY30" fmla="*/ 239226 h 425290"/>
              <a:gd name="connsiteX31" fmla="*/ 276439 w 318967"/>
              <a:gd name="connsiteY31" fmla="*/ 207860 h 425290"/>
              <a:gd name="connsiteX32" fmla="*/ 288133 w 318967"/>
              <a:gd name="connsiteY32" fmla="*/ 251984 h 425290"/>
              <a:gd name="connsiteX33" fmla="*/ 242416 w 318967"/>
              <a:gd name="connsiteY33" fmla="*/ 330663 h 42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8967" h="425290">
                <a:moveTo>
                  <a:pt x="288666" y="169584"/>
                </a:moveTo>
                <a:lnTo>
                  <a:pt x="159484" y="0"/>
                </a:lnTo>
                <a:lnTo>
                  <a:pt x="30302" y="169584"/>
                </a:lnTo>
                <a:cubicBezTo>
                  <a:pt x="8506" y="198291"/>
                  <a:pt x="0" y="223277"/>
                  <a:pt x="0" y="250389"/>
                </a:cubicBezTo>
                <a:cubicBezTo>
                  <a:pt x="0" y="291855"/>
                  <a:pt x="20733" y="329068"/>
                  <a:pt x="57946" y="355117"/>
                </a:cubicBezTo>
                <a:lnTo>
                  <a:pt x="159484" y="425290"/>
                </a:lnTo>
                <a:lnTo>
                  <a:pt x="261022" y="355117"/>
                </a:lnTo>
                <a:cubicBezTo>
                  <a:pt x="298235" y="329068"/>
                  <a:pt x="318968" y="291855"/>
                  <a:pt x="318968" y="250389"/>
                </a:cubicBezTo>
                <a:cubicBezTo>
                  <a:pt x="318968" y="223277"/>
                  <a:pt x="310462" y="198291"/>
                  <a:pt x="288666" y="169584"/>
                </a:cubicBezTo>
                <a:close/>
                <a:moveTo>
                  <a:pt x="138751" y="348206"/>
                </a:moveTo>
                <a:lnTo>
                  <a:pt x="138751" y="373192"/>
                </a:lnTo>
                <a:lnTo>
                  <a:pt x="76553" y="330663"/>
                </a:lnTo>
                <a:cubicBezTo>
                  <a:pt x="47313" y="310993"/>
                  <a:pt x="30834" y="281755"/>
                  <a:pt x="30834" y="251984"/>
                </a:cubicBezTo>
                <a:cubicBezTo>
                  <a:pt x="30834" y="236568"/>
                  <a:pt x="35086" y="221682"/>
                  <a:pt x="42529" y="207860"/>
                </a:cubicBezTo>
                <a:cubicBezTo>
                  <a:pt x="45719" y="216898"/>
                  <a:pt x="51035" y="225935"/>
                  <a:pt x="62730" y="239226"/>
                </a:cubicBezTo>
                <a:lnTo>
                  <a:pt x="128651" y="312588"/>
                </a:lnTo>
                <a:cubicBezTo>
                  <a:pt x="139283" y="324815"/>
                  <a:pt x="138751" y="332258"/>
                  <a:pt x="138751" y="348206"/>
                </a:cubicBezTo>
                <a:close/>
                <a:moveTo>
                  <a:pt x="89843" y="223277"/>
                </a:moveTo>
                <a:cubicBezTo>
                  <a:pt x="73363" y="205202"/>
                  <a:pt x="70173" y="195102"/>
                  <a:pt x="70173" y="184470"/>
                </a:cubicBezTo>
                <a:cubicBezTo>
                  <a:pt x="70173" y="173837"/>
                  <a:pt x="72300" y="165331"/>
                  <a:pt x="85058" y="148852"/>
                </a:cubicBezTo>
                <a:lnTo>
                  <a:pt x="159484" y="52098"/>
                </a:lnTo>
                <a:lnTo>
                  <a:pt x="233910" y="148852"/>
                </a:lnTo>
                <a:cubicBezTo>
                  <a:pt x="246137" y="165331"/>
                  <a:pt x="248795" y="174369"/>
                  <a:pt x="248795" y="184470"/>
                </a:cubicBezTo>
                <a:cubicBezTo>
                  <a:pt x="248795" y="195102"/>
                  <a:pt x="245605" y="205202"/>
                  <a:pt x="229125" y="223277"/>
                </a:cubicBezTo>
                <a:lnTo>
                  <a:pt x="159484" y="300893"/>
                </a:lnTo>
                <a:lnTo>
                  <a:pt x="89843" y="223277"/>
                </a:lnTo>
                <a:close/>
                <a:moveTo>
                  <a:pt x="242416" y="330663"/>
                </a:moveTo>
                <a:lnTo>
                  <a:pt x="180216" y="373192"/>
                </a:lnTo>
                <a:lnTo>
                  <a:pt x="180216" y="348206"/>
                </a:lnTo>
                <a:cubicBezTo>
                  <a:pt x="180216" y="332258"/>
                  <a:pt x="179685" y="324815"/>
                  <a:pt x="190318" y="312588"/>
                </a:cubicBezTo>
                <a:lnTo>
                  <a:pt x="256237" y="239226"/>
                </a:lnTo>
                <a:cubicBezTo>
                  <a:pt x="267933" y="225935"/>
                  <a:pt x="273248" y="216898"/>
                  <a:pt x="276439" y="207860"/>
                </a:cubicBezTo>
                <a:cubicBezTo>
                  <a:pt x="283881" y="221682"/>
                  <a:pt x="288133" y="236568"/>
                  <a:pt x="288133" y="251984"/>
                </a:cubicBezTo>
                <a:cubicBezTo>
                  <a:pt x="288133" y="281755"/>
                  <a:pt x="271654" y="310993"/>
                  <a:pt x="242416" y="330663"/>
                </a:cubicBezTo>
                <a:close/>
              </a:path>
            </a:pathLst>
          </a:custGeom>
          <a:solidFill>
            <a:schemeClr val="bg1"/>
          </a:solidFill>
          <a:ln w="7711" cap="flat">
            <a:noFill/>
            <a:prstDash val="solid"/>
            <a:miter/>
          </a:ln>
        </p:spPr>
        <p:txBody>
          <a:bodyPr rtlCol="0" anchor="ctr"/>
          <a:lstStyle/>
          <a:p>
            <a:endParaRPr lang="en-US" dirty="0"/>
          </a:p>
        </p:txBody>
      </p:sp>
    </p:spTree>
    <p:extLst>
      <p:ext uri="{BB962C8B-B14F-4D97-AF65-F5344CB8AC3E}">
        <p14:creationId xmlns:p14="http://schemas.microsoft.com/office/powerpoint/2010/main" val="148144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pter divider white">
    <p:bg>
      <p:bgRef idx="1001">
        <a:schemeClr val="bg1"/>
      </p:bgRef>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a:xfrm>
            <a:off x="6149976" y="6858000"/>
            <a:ext cx="1820862" cy="177162"/>
          </a:xfrm>
        </p:spPr>
        <p:txBody>
          <a:bodyPr/>
          <a:lstStyle>
            <a:lvl1pPr>
              <a:defRPr>
                <a:solidFill>
                  <a:schemeClr val="tx2">
                    <a:alpha val="0"/>
                  </a:schemeClr>
                </a:solidFill>
              </a:defRPr>
            </a:lvl1pPr>
          </a:lstStyle>
          <a:p>
            <a:r>
              <a:rPr lang="en-US"/>
              <a:t>Date</a:t>
            </a:r>
            <a:endParaRPr lang="en-US" dirty="0"/>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a:xfrm>
            <a:off x="345267" y="6858001"/>
            <a:ext cx="3751264" cy="177162"/>
          </a:xfrm>
        </p:spPr>
        <p:txBody>
          <a:bodyPr/>
          <a:lstStyle>
            <a:lvl1pPr>
              <a:defRPr>
                <a:solidFill>
                  <a:schemeClr val="tx2">
                    <a:alpha val="0"/>
                  </a:schemeClr>
                </a:solidFill>
              </a:defRPr>
            </a:lvl1pPr>
          </a:lstStyle>
          <a:p>
            <a:r>
              <a:rPr lang="en-US"/>
              <a:t>Confidential / internal tag</a:t>
            </a:r>
            <a:endParaRPr lang="en-US" dirty="0"/>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a:xfrm>
            <a:off x="10991850" y="6858000"/>
            <a:ext cx="865188" cy="177162"/>
          </a:xfrm>
        </p:spPr>
        <p:txBody>
          <a:bodyPr/>
          <a:lstStyle>
            <a:lvl1pPr>
              <a:defRPr>
                <a:solidFill>
                  <a:schemeClr val="tx2">
                    <a:alpha val="0"/>
                  </a:schemeClr>
                </a:solidFill>
              </a:defRPr>
            </a:lvl1pPr>
          </a:lstStyle>
          <a:p>
            <a:fld id="{AE086683-F536-42AB-ABBC-F4803DFE8DBC}" type="slidenum">
              <a:rPr lang="en-US" smtClean="0"/>
              <a:pPr/>
              <a:t>‹#›</a:t>
            </a:fld>
            <a:endParaRPr lang="en-US" dirty="0"/>
          </a:p>
        </p:txBody>
      </p:sp>
      <p:pic>
        <p:nvPicPr>
          <p:cNvPr id="18" name="Graphic 17">
            <a:extLst>
              <a:ext uri="{FF2B5EF4-FFF2-40B4-BE49-F238E27FC236}">
                <a16:creationId xmlns:a16="http://schemas.microsoft.com/office/drawing/2014/main" id="{1BFC8974-1BE1-98F7-77EF-18D268C7669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8421" y="319090"/>
            <a:ext cx="2059200" cy="511643"/>
          </a:xfrm>
          <a:prstGeom prst="rect">
            <a:avLst/>
          </a:prstGeom>
        </p:spPr>
      </p:pic>
      <p:sp>
        <p:nvSpPr>
          <p:cNvPr id="26" name="Text Placeholder 25">
            <a:extLst>
              <a:ext uri="{FF2B5EF4-FFF2-40B4-BE49-F238E27FC236}">
                <a16:creationId xmlns:a16="http://schemas.microsoft.com/office/drawing/2014/main" id="{37344523-A5CE-A6FC-F781-E7311D7A4011}"/>
              </a:ext>
            </a:extLst>
          </p:cNvPr>
          <p:cNvSpPr>
            <a:spLocks noGrp="1"/>
          </p:cNvSpPr>
          <p:nvPr>
            <p:ph type="body" sz="quarter" idx="13" hasCustomPrompt="1"/>
          </p:nvPr>
        </p:nvSpPr>
        <p:spPr>
          <a:xfrm>
            <a:off x="320195" y="2357438"/>
            <a:ext cx="4742344" cy="1762385"/>
          </a:xfrm>
        </p:spPr>
        <p:txBody>
          <a:bodyPr>
            <a:noAutofit/>
          </a:bodyPr>
          <a:lstStyle>
            <a:lvl1pPr marL="0" indent="0">
              <a:lnSpc>
                <a:spcPts val="2500"/>
              </a:lnSpc>
              <a:spcBef>
                <a:spcPts val="1600"/>
              </a:spcBef>
              <a:buNone/>
              <a:defRPr sz="2000" spc="0" baseline="0">
                <a:solidFill>
                  <a:schemeClr val="tx1"/>
                </a:solidFill>
              </a:defRPr>
            </a:lvl1pPr>
          </a:lstStyle>
          <a:p>
            <a:pPr lvl="0"/>
            <a:r>
              <a:rPr lang="en-US"/>
              <a:t>Master subtitle style</a:t>
            </a:r>
            <a:endParaRPr lang="en-US" dirty="0"/>
          </a:p>
        </p:txBody>
      </p:sp>
      <p:sp>
        <p:nvSpPr>
          <p:cNvPr id="11" name="Text Placeholder 10">
            <a:extLst>
              <a:ext uri="{FF2B5EF4-FFF2-40B4-BE49-F238E27FC236}">
                <a16:creationId xmlns:a16="http://schemas.microsoft.com/office/drawing/2014/main" id="{F5179664-B26A-6449-14D4-8470D0FCED12}"/>
              </a:ext>
            </a:extLst>
          </p:cNvPr>
          <p:cNvSpPr>
            <a:spLocks noGrp="1"/>
          </p:cNvSpPr>
          <p:nvPr>
            <p:ph type="body" sz="quarter" idx="14" hasCustomPrompt="1"/>
          </p:nvPr>
        </p:nvSpPr>
        <p:spPr>
          <a:xfrm>
            <a:off x="339489" y="4894025"/>
            <a:ext cx="2843657" cy="1217613"/>
          </a:xfrm>
        </p:spPr>
        <p:txBody>
          <a:bodyPr>
            <a:noAutofit/>
          </a:bodyPr>
          <a:lstStyle>
            <a:lvl1pPr marL="0" indent="0">
              <a:lnSpc>
                <a:spcPct val="100000"/>
              </a:lnSpc>
              <a:buNone/>
              <a:defRPr sz="10000">
                <a:solidFill>
                  <a:schemeClr val="accent1"/>
                </a:solidFill>
                <a:latin typeface="+mj-lt"/>
              </a:defRPr>
            </a:lvl1pPr>
          </a:lstStyle>
          <a:p>
            <a:pPr lvl="0"/>
            <a:r>
              <a:rPr lang="en-US"/>
              <a:t>1</a:t>
            </a:r>
            <a:endParaRPr lang="en-US" dirty="0"/>
          </a:p>
        </p:txBody>
      </p:sp>
      <p:sp>
        <p:nvSpPr>
          <p:cNvPr id="9" name="Title 8">
            <a:extLst>
              <a:ext uri="{FF2B5EF4-FFF2-40B4-BE49-F238E27FC236}">
                <a16:creationId xmlns:a16="http://schemas.microsoft.com/office/drawing/2014/main" id="{4B64478F-DB0F-7783-D5E6-D0EE48E61F2F}"/>
              </a:ext>
            </a:extLst>
          </p:cNvPr>
          <p:cNvSpPr>
            <a:spLocks noGrp="1"/>
          </p:cNvSpPr>
          <p:nvPr>
            <p:ph type="title"/>
          </p:nvPr>
        </p:nvSpPr>
        <p:spPr>
          <a:xfrm>
            <a:off x="341313" y="341313"/>
            <a:ext cx="6677068" cy="1873723"/>
          </a:xfrm>
        </p:spPr>
        <p:txBody>
          <a:bodyPr>
            <a:noAutofit/>
          </a:bodyPr>
          <a:lstStyle>
            <a:lvl1pPr>
              <a:lnSpc>
                <a:spcPts val="6000"/>
              </a:lnSpc>
              <a:defRPr sz="4800" spc="-40" baseline="0">
                <a:solidFill>
                  <a:schemeClr val="tx1"/>
                </a:solidFill>
              </a:defRPr>
            </a:lvl1pPr>
          </a:lstStyle>
          <a:p>
            <a:endParaRPr lang="en-US" dirty="0"/>
          </a:p>
        </p:txBody>
      </p:sp>
      <p:sp>
        <p:nvSpPr>
          <p:cNvPr id="3" name="Text Placeholder 8">
            <a:extLst>
              <a:ext uri="{FF2B5EF4-FFF2-40B4-BE49-F238E27FC236}">
                <a16:creationId xmlns:a16="http://schemas.microsoft.com/office/drawing/2014/main" id="{E7F5E001-1285-B640-6977-F414EFB206D5}"/>
              </a:ext>
            </a:extLst>
          </p:cNvPr>
          <p:cNvSpPr txBox="1">
            <a:spLocks/>
          </p:cNvSpPr>
          <p:nvPr userDrawn="1"/>
        </p:nvSpPr>
        <p:spPr>
          <a:xfrm>
            <a:off x="11521017" y="343854"/>
            <a:ext cx="330781" cy="425290"/>
          </a:xfrm>
          <a:prstGeom prst="rect">
            <a:avLst/>
          </a:prstGeom>
          <a:blipFill>
            <a:blip>
              <a:extLst>
                <a:ext uri="{96DAC541-7B7A-43D3-8B79-37D633B846F1}">
                  <asvg:svgBlip xmlns:asvg="http://schemas.microsoft.com/office/drawing/2016/SVG/main" r:embed="rId3"/>
                </a:ext>
              </a:extLst>
            </a:blip>
            <a:stretch>
              <a:fillRect/>
            </a:stretch>
          </a:blipFill>
        </p:spPr>
        <p:txBody>
          <a:bodyPr>
            <a:noAutofit/>
          </a:bodyPr>
          <a:lstStyle>
            <a:lvl1pPr marL="162000" indent="0" algn="l" defTabSz="914400" rtl="0" eaLnBrk="1" latinLnBrk="0" hangingPunct="1">
              <a:lnSpc>
                <a:spcPts val="2200"/>
              </a:lnSpc>
              <a:spcBef>
                <a:spcPts val="1200"/>
              </a:spcBef>
              <a:spcAft>
                <a:spcPts val="0"/>
              </a:spcAft>
              <a:buFont typeface="Arial" panose="020B0604020202020204" pitchFamily="34" charset="0"/>
              <a:buNone/>
              <a:defRPr sz="100" kern="1200" spc="0" baseline="0">
                <a:noFill/>
                <a:latin typeface="+mn-lt"/>
                <a:ea typeface="+mn-ea"/>
                <a:cs typeface="+mn-cs"/>
              </a:defRPr>
            </a:lvl1pPr>
            <a:lvl2pPr marL="485775" indent="-227013" algn="l" defTabSz="914400" rtl="0" eaLnBrk="1" latinLnBrk="0" hangingPunct="1">
              <a:lnSpc>
                <a:spcPts val="1700"/>
              </a:lnSpc>
              <a:spcBef>
                <a:spcPts val="900"/>
              </a:spcBef>
              <a:spcAft>
                <a:spcPts val="0"/>
              </a:spcAft>
              <a:buFont typeface="Arial" panose="020B0604020202020204" pitchFamily="34" charset="0"/>
              <a:buChar char="•"/>
              <a:tabLst/>
              <a:defRPr sz="1200" kern="1200" spc="0">
                <a:solidFill>
                  <a:schemeClr val="tx1"/>
                </a:solidFill>
                <a:latin typeface="+mn-lt"/>
                <a:ea typeface="+mn-ea"/>
                <a:cs typeface="+mn-cs"/>
              </a:defRPr>
            </a:lvl2pPr>
            <a:lvl3pPr marL="719138" indent="-258763" algn="l" defTabSz="914400" rtl="0" eaLnBrk="1" latinLnBrk="0" hangingPunct="1">
              <a:lnSpc>
                <a:spcPts val="1700"/>
              </a:lnSpc>
              <a:spcBef>
                <a:spcPts val="900"/>
              </a:spcBef>
              <a:spcAft>
                <a:spcPts val="0"/>
              </a:spcAft>
              <a:buFont typeface="Arial" panose="020B0604020202020204" pitchFamily="34" charset="0"/>
              <a:buChar char="•"/>
              <a:defRPr sz="1200" kern="1200" spc="0">
                <a:solidFill>
                  <a:schemeClr val="tx1"/>
                </a:solidFill>
                <a:latin typeface="+mn-lt"/>
                <a:ea typeface="+mn-ea"/>
                <a:cs typeface="+mn-cs"/>
              </a:defRPr>
            </a:lvl3pPr>
            <a:lvl4pPr marL="989013" indent="-227013" algn="l" defTabSz="914400" rtl="0" eaLnBrk="1" latinLnBrk="0" hangingPunct="1">
              <a:lnSpc>
                <a:spcPts val="1400"/>
              </a:lnSpc>
              <a:spcBef>
                <a:spcPts val="900"/>
              </a:spcBef>
              <a:spcAft>
                <a:spcPts val="0"/>
              </a:spcAft>
              <a:buFont typeface="Arial" panose="020B0604020202020204" pitchFamily="34" charset="0"/>
              <a:buChar char="•"/>
              <a:tabLst/>
              <a:defRPr sz="1000" kern="1200" spc="0">
                <a:solidFill>
                  <a:schemeClr val="tx1"/>
                </a:solidFill>
                <a:latin typeface="+mn-lt"/>
                <a:ea typeface="+mn-ea"/>
                <a:cs typeface="+mn-cs"/>
              </a:defRPr>
            </a:lvl4pPr>
            <a:lvl5pPr marL="1258888" indent="-266700" algn="l" defTabSz="914400" rtl="0" eaLnBrk="1" latinLnBrk="0" hangingPunct="1">
              <a:lnSpc>
                <a:spcPts val="1400"/>
              </a:lnSpc>
              <a:spcBef>
                <a:spcPts val="900"/>
              </a:spcBef>
              <a:spcAft>
                <a:spcPts val="0"/>
              </a:spcAft>
              <a:buFont typeface="Arial" panose="020B0604020202020204" pitchFamily="34" charset="0"/>
              <a:buChar char="•"/>
              <a:defRPr sz="1000" kern="1200" spc="0">
                <a:solidFill>
                  <a:schemeClr val="tx1"/>
                </a:solidFill>
                <a:latin typeface="+mn-lt"/>
                <a:ea typeface="+mn-ea"/>
                <a:cs typeface="+mn-cs"/>
              </a:defRPr>
            </a:lvl5pPr>
            <a:lvl6pPr marL="1079500" indent="-184150"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6pPr>
            <a:lvl7pPr marL="1255713" indent="-176213"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7pPr>
            <a:lvl8pPr marL="1431925" indent="-176213"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8pPr>
            <a:lvl9pPr marL="1616075" indent="-184150"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9pPr>
          </a:lstStyle>
          <a:p>
            <a:r>
              <a:rPr lang="en-US" dirty="0"/>
              <a:t> </a:t>
            </a:r>
          </a:p>
        </p:txBody>
      </p:sp>
    </p:spTree>
    <p:extLst>
      <p:ext uri="{BB962C8B-B14F-4D97-AF65-F5344CB8AC3E}">
        <p14:creationId xmlns:p14="http://schemas.microsoft.com/office/powerpoint/2010/main" val="2258434208"/>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3"/>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4FDB6EB-7251-3A44-3175-B577BB39EE65}"/>
              </a:ext>
            </a:extLst>
          </p:cNvPr>
          <p:cNvSpPr>
            <a:spLocks noGrp="1"/>
          </p:cNvSpPr>
          <p:nvPr>
            <p:ph type="title" hasCustomPrompt="1"/>
          </p:nvPr>
        </p:nvSpPr>
        <p:spPr>
          <a:xfrm>
            <a:off x="332171" y="1704542"/>
            <a:ext cx="5700329" cy="1870507"/>
          </a:xfrm>
        </p:spPr>
        <p:txBody>
          <a:bodyPr>
            <a:noAutofit/>
          </a:bodyPr>
          <a:lstStyle>
            <a:lvl1pPr>
              <a:lnSpc>
                <a:spcPts val="4000"/>
              </a:lnSpc>
              <a:defRPr sz="3200" spc="-50" baseline="0">
                <a:solidFill>
                  <a:schemeClr val="bg1"/>
                </a:solidFill>
              </a:defRPr>
            </a:lvl1pPr>
          </a:lstStyle>
          <a:p>
            <a:r>
              <a:rPr lang="en-US"/>
              <a:t>Click edit Master title style</a:t>
            </a:r>
            <a:endParaRPr lang="en-US" dirty="0"/>
          </a:p>
        </p:txBody>
      </p:sp>
      <p:sp>
        <p:nvSpPr>
          <p:cNvPr id="12" name="Text Placeholder 11">
            <a:extLst>
              <a:ext uri="{FF2B5EF4-FFF2-40B4-BE49-F238E27FC236}">
                <a16:creationId xmlns:a16="http://schemas.microsoft.com/office/drawing/2014/main" id="{BF78D318-8C23-97A3-FE87-2318CD893738}"/>
              </a:ext>
            </a:extLst>
          </p:cNvPr>
          <p:cNvSpPr>
            <a:spLocks noGrp="1"/>
          </p:cNvSpPr>
          <p:nvPr>
            <p:ph type="body" sz="quarter" idx="14" hasCustomPrompt="1"/>
          </p:nvPr>
        </p:nvSpPr>
        <p:spPr>
          <a:xfrm>
            <a:off x="341313" y="341313"/>
            <a:ext cx="2792030" cy="502893"/>
          </a:xfrm>
        </p:spPr>
        <p:txBody>
          <a:bodyPr>
            <a:noAutofit/>
          </a:bodyPr>
          <a:lstStyle>
            <a:lvl1pPr marL="0" indent="0">
              <a:lnSpc>
                <a:spcPts val="4000"/>
              </a:lnSpc>
              <a:spcBef>
                <a:spcPts val="0"/>
              </a:spcBef>
              <a:buNone/>
              <a:defRPr sz="3200" spc="-30" baseline="0">
                <a:solidFill>
                  <a:schemeClr val="bg1"/>
                </a:solidFill>
                <a:latin typeface="+mj-lt"/>
              </a:defRPr>
            </a:lvl1pPr>
          </a:lstStyle>
          <a:p>
            <a:pPr lvl="0"/>
            <a:r>
              <a:rPr lang="en-US"/>
              <a:t>1.1</a:t>
            </a:r>
            <a:endParaRPr lang="en-US" dirty="0"/>
          </a:p>
        </p:txBody>
      </p:sp>
      <p:sp>
        <p:nvSpPr>
          <p:cNvPr id="17" name="Platshållare för datum 16">
            <a:extLst>
              <a:ext uri="{FF2B5EF4-FFF2-40B4-BE49-F238E27FC236}">
                <a16:creationId xmlns:a16="http://schemas.microsoft.com/office/drawing/2014/main" id="{3DF63280-29DB-C069-9088-1BFD4C32A09E}"/>
              </a:ext>
            </a:extLst>
          </p:cNvPr>
          <p:cNvSpPr>
            <a:spLocks noGrp="1"/>
          </p:cNvSpPr>
          <p:nvPr>
            <p:ph type="dt" sz="half" idx="16"/>
          </p:nvPr>
        </p:nvSpPr>
        <p:spPr>
          <a:xfrm>
            <a:off x="6149976" y="6858000"/>
            <a:ext cx="1820862" cy="177162"/>
          </a:xfrm>
        </p:spPr>
        <p:txBody>
          <a:bodyPr/>
          <a:lstStyle>
            <a:lvl1pPr>
              <a:defRPr>
                <a:solidFill>
                  <a:schemeClr val="tx2">
                    <a:alpha val="0"/>
                  </a:schemeClr>
                </a:solidFill>
              </a:defRPr>
            </a:lvl1pPr>
          </a:lstStyle>
          <a:p>
            <a:r>
              <a:rPr lang="en-US"/>
              <a:t>Date</a:t>
            </a:r>
            <a:endParaRPr lang="en-US" dirty="0"/>
          </a:p>
        </p:txBody>
      </p:sp>
      <p:sp>
        <p:nvSpPr>
          <p:cNvPr id="18" name="Platshållare för sidfot 17">
            <a:extLst>
              <a:ext uri="{FF2B5EF4-FFF2-40B4-BE49-F238E27FC236}">
                <a16:creationId xmlns:a16="http://schemas.microsoft.com/office/drawing/2014/main" id="{BF8AA0CE-D470-3434-E868-17527D97B5D8}"/>
              </a:ext>
            </a:extLst>
          </p:cNvPr>
          <p:cNvSpPr>
            <a:spLocks noGrp="1"/>
          </p:cNvSpPr>
          <p:nvPr>
            <p:ph type="ftr" sz="quarter" idx="17"/>
          </p:nvPr>
        </p:nvSpPr>
        <p:spPr>
          <a:xfrm>
            <a:off x="345267" y="6858001"/>
            <a:ext cx="3751264" cy="177162"/>
          </a:xfrm>
        </p:spPr>
        <p:txBody>
          <a:bodyPr/>
          <a:lstStyle>
            <a:lvl1pPr>
              <a:defRPr>
                <a:solidFill>
                  <a:schemeClr val="tx2">
                    <a:alpha val="0"/>
                  </a:schemeClr>
                </a:solidFill>
              </a:defRPr>
            </a:lvl1pPr>
          </a:lstStyle>
          <a:p>
            <a:r>
              <a:rPr lang="en-US"/>
              <a:t>Confidential / internal tag</a:t>
            </a:r>
            <a:endParaRPr lang="en-US" dirty="0"/>
          </a:p>
        </p:txBody>
      </p:sp>
      <p:sp>
        <p:nvSpPr>
          <p:cNvPr id="19" name="Platshållare för bildnummer 18">
            <a:extLst>
              <a:ext uri="{FF2B5EF4-FFF2-40B4-BE49-F238E27FC236}">
                <a16:creationId xmlns:a16="http://schemas.microsoft.com/office/drawing/2014/main" id="{AE110E27-7C47-E9A0-CEA1-021A081301DC}"/>
              </a:ext>
            </a:extLst>
          </p:cNvPr>
          <p:cNvSpPr>
            <a:spLocks noGrp="1"/>
          </p:cNvSpPr>
          <p:nvPr>
            <p:ph type="sldNum" sz="quarter" idx="18"/>
          </p:nvPr>
        </p:nvSpPr>
        <p:spPr>
          <a:xfrm>
            <a:off x="10991850" y="6858000"/>
            <a:ext cx="865188" cy="177162"/>
          </a:xfrm>
        </p:spPr>
        <p:txBody>
          <a:bodyPr/>
          <a:lstStyle>
            <a:lvl1pPr>
              <a:defRPr>
                <a:solidFill>
                  <a:schemeClr val="tx2">
                    <a:alpha val="0"/>
                  </a:schemeClr>
                </a:solidFill>
              </a:defRPr>
            </a:lvl1pPr>
          </a:lstStyle>
          <a:p>
            <a:pPr algn="r"/>
            <a:fld id="{AE086683-F536-42AB-ABBC-F4803DFE8DBC}" type="slidenum">
              <a:rPr lang="en-US" smtClean="0"/>
              <a:pPr algn="r"/>
              <a:t>‹#›</a:t>
            </a:fld>
            <a:endParaRPr lang="en-US" dirty="0"/>
          </a:p>
        </p:txBody>
      </p:sp>
      <p:sp>
        <p:nvSpPr>
          <p:cNvPr id="3" name="Text Placeholder 2">
            <a:extLst>
              <a:ext uri="{FF2B5EF4-FFF2-40B4-BE49-F238E27FC236}">
                <a16:creationId xmlns:a16="http://schemas.microsoft.com/office/drawing/2014/main" id="{12D6CA65-9446-3DB3-807F-6766878978DC}"/>
              </a:ext>
            </a:extLst>
          </p:cNvPr>
          <p:cNvSpPr>
            <a:spLocks noGrp="1"/>
          </p:cNvSpPr>
          <p:nvPr>
            <p:ph type="body" sz="quarter" idx="19"/>
          </p:nvPr>
        </p:nvSpPr>
        <p:spPr>
          <a:xfrm>
            <a:off x="7140575" y="1700213"/>
            <a:ext cx="4716462" cy="3026428"/>
          </a:xfrm>
        </p:spPr>
        <p:txBody>
          <a:bodyPr/>
          <a:lstStyle>
            <a:lvl1pPr>
              <a:lnSpc>
                <a:spcPts val="2500"/>
              </a:lnSpc>
              <a:spcBef>
                <a:spcPts val="1600"/>
              </a:spcBef>
              <a:defRPr sz="2000">
                <a:solidFill>
                  <a:schemeClr val="bg1"/>
                </a:solidFill>
              </a:defRPr>
            </a:lvl1pPr>
            <a:lvl2pPr>
              <a:lnSpc>
                <a:spcPts val="2000"/>
              </a:lnSpc>
              <a:spcBef>
                <a:spcPts val="1200"/>
              </a:spcBef>
              <a:defRPr sz="1600">
                <a:solidFill>
                  <a:schemeClr val="bg1"/>
                </a:solidFill>
              </a:defRPr>
            </a:lvl2pPr>
            <a:lvl3pPr>
              <a:defRPr sz="1200">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endParaRPr lang="en-US" dirty="0"/>
          </a:p>
        </p:txBody>
      </p:sp>
      <p:sp>
        <p:nvSpPr>
          <p:cNvPr id="2" name="Graphic 2">
            <a:extLst>
              <a:ext uri="{FF2B5EF4-FFF2-40B4-BE49-F238E27FC236}">
                <a16:creationId xmlns:a16="http://schemas.microsoft.com/office/drawing/2014/main" id="{F64DF911-9C2C-10F0-33F1-2BBCB9CE90A1}"/>
              </a:ext>
            </a:extLst>
          </p:cNvPr>
          <p:cNvSpPr/>
          <p:nvPr userDrawn="1"/>
        </p:nvSpPr>
        <p:spPr>
          <a:xfrm>
            <a:off x="11521018" y="343854"/>
            <a:ext cx="330781" cy="425290"/>
          </a:xfrm>
          <a:custGeom>
            <a:avLst/>
            <a:gdLst>
              <a:gd name="connsiteX0" fmla="*/ 288666 w 318967"/>
              <a:gd name="connsiteY0" fmla="*/ 169584 h 425290"/>
              <a:gd name="connsiteX1" fmla="*/ 159484 w 318967"/>
              <a:gd name="connsiteY1" fmla="*/ 0 h 425290"/>
              <a:gd name="connsiteX2" fmla="*/ 30302 w 318967"/>
              <a:gd name="connsiteY2" fmla="*/ 169584 h 425290"/>
              <a:gd name="connsiteX3" fmla="*/ 0 w 318967"/>
              <a:gd name="connsiteY3" fmla="*/ 250389 h 425290"/>
              <a:gd name="connsiteX4" fmla="*/ 57946 w 318967"/>
              <a:gd name="connsiteY4" fmla="*/ 355117 h 425290"/>
              <a:gd name="connsiteX5" fmla="*/ 159484 w 318967"/>
              <a:gd name="connsiteY5" fmla="*/ 425290 h 425290"/>
              <a:gd name="connsiteX6" fmla="*/ 261022 w 318967"/>
              <a:gd name="connsiteY6" fmla="*/ 355117 h 425290"/>
              <a:gd name="connsiteX7" fmla="*/ 318968 w 318967"/>
              <a:gd name="connsiteY7" fmla="*/ 250389 h 425290"/>
              <a:gd name="connsiteX8" fmla="*/ 288666 w 318967"/>
              <a:gd name="connsiteY8" fmla="*/ 169584 h 425290"/>
              <a:gd name="connsiteX9" fmla="*/ 138751 w 318967"/>
              <a:gd name="connsiteY9" fmla="*/ 348206 h 425290"/>
              <a:gd name="connsiteX10" fmla="*/ 138751 w 318967"/>
              <a:gd name="connsiteY10" fmla="*/ 373192 h 425290"/>
              <a:gd name="connsiteX11" fmla="*/ 76553 w 318967"/>
              <a:gd name="connsiteY11" fmla="*/ 330663 h 425290"/>
              <a:gd name="connsiteX12" fmla="*/ 30834 w 318967"/>
              <a:gd name="connsiteY12" fmla="*/ 251984 h 425290"/>
              <a:gd name="connsiteX13" fmla="*/ 42529 w 318967"/>
              <a:gd name="connsiteY13" fmla="*/ 207860 h 425290"/>
              <a:gd name="connsiteX14" fmla="*/ 62730 w 318967"/>
              <a:gd name="connsiteY14" fmla="*/ 239226 h 425290"/>
              <a:gd name="connsiteX15" fmla="*/ 128651 w 318967"/>
              <a:gd name="connsiteY15" fmla="*/ 312588 h 425290"/>
              <a:gd name="connsiteX16" fmla="*/ 138751 w 318967"/>
              <a:gd name="connsiteY16" fmla="*/ 348206 h 425290"/>
              <a:gd name="connsiteX17" fmla="*/ 89843 w 318967"/>
              <a:gd name="connsiteY17" fmla="*/ 223277 h 425290"/>
              <a:gd name="connsiteX18" fmla="*/ 70173 w 318967"/>
              <a:gd name="connsiteY18" fmla="*/ 184470 h 425290"/>
              <a:gd name="connsiteX19" fmla="*/ 85058 w 318967"/>
              <a:gd name="connsiteY19" fmla="*/ 148852 h 425290"/>
              <a:gd name="connsiteX20" fmla="*/ 159484 w 318967"/>
              <a:gd name="connsiteY20" fmla="*/ 52098 h 425290"/>
              <a:gd name="connsiteX21" fmla="*/ 233910 w 318967"/>
              <a:gd name="connsiteY21" fmla="*/ 148852 h 425290"/>
              <a:gd name="connsiteX22" fmla="*/ 248795 w 318967"/>
              <a:gd name="connsiteY22" fmla="*/ 184470 h 425290"/>
              <a:gd name="connsiteX23" fmla="*/ 229125 w 318967"/>
              <a:gd name="connsiteY23" fmla="*/ 223277 h 425290"/>
              <a:gd name="connsiteX24" fmla="*/ 159484 w 318967"/>
              <a:gd name="connsiteY24" fmla="*/ 300893 h 425290"/>
              <a:gd name="connsiteX25" fmla="*/ 89843 w 318967"/>
              <a:gd name="connsiteY25" fmla="*/ 223277 h 425290"/>
              <a:gd name="connsiteX26" fmla="*/ 242416 w 318967"/>
              <a:gd name="connsiteY26" fmla="*/ 330663 h 425290"/>
              <a:gd name="connsiteX27" fmla="*/ 180216 w 318967"/>
              <a:gd name="connsiteY27" fmla="*/ 373192 h 425290"/>
              <a:gd name="connsiteX28" fmla="*/ 180216 w 318967"/>
              <a:gd name="connsiteY28" fmla="*/ 348206 h 425290"/>
              <a:gd name="connsiteX29" fmla="*/ 190318 w 318967"/>
              <a:gd name="connsiteY29" fmla="*/ 312588 h 425290"/>
              <a:gd name="connsiteX30" fmla="*/ 256237 w 318967"/>
              <a:gd name="connsiteY30" fmla="*/ 239226 h 425290"/>
              <a:gd name="connsiteX31" fmla="*/ 276439 w 318967"/>
              <a:gd name="connsiteY31" fmla="*/ 207860 h 425290"/>
              <a:gd name="connsiteX32" fmla="*/ 288133 w 318967"/>
              <a:gd name="connsiteY32" fmla="*/ 251984 h 425290"/>
              <a:gd name="connsiteX33" fmla="*/ 242416 w 318967"/>
              <a:gd name="connsiteY33" fmla="*/ 330663 h 42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8967" h="425290">
                <a:moveTo>
                  <a:pt x="288666" y="169584"/>
                </a:moveTo>
                <a:lnTo>
                  <a:pt x="159484" y="0"/>
                </a:lnTo>
                <a:lnTo>
                  <a:pt x="30302" y="169584"/>
                </a:lnTo>
                <a:cubicBezTo>
                  <a:pt x="8506" y="198291"/>
                  <a:pt x="0" y="223277"/>
                  <a:pt x="0" y="250389"/>
                </a:cubicBezTo>
                <a:cubicBezTo>
                  <a:pt x="0" y="291855"/>
                  <a:pt x="20733" y="329068"/>
                  <a:pt x="57946" y="355117"/>
                </a:cubicBezTo>
                <a:lnTo>
                  <a:pt x="159484" y="425290"/>
                </a:lnTo>
                <a:lnTo>
                  <a:pt x="261022" y="355117"/>
                </a:lnTo>
                <a:cubicBezTo>
                  <a:pt x="298235" y="329068"/>
                  <a:pt x="318968" y="291855"/>
                  <a:pt x="318968" y="250389"/>
                </a:cubicBezTo>
                <a:cubicBezTo>
                  <a:pt x="318968" y="223277"/>
                  <a:pt x="310462" y="198291"/>
                  <a:pt x="288666" y="169584"/>
                </a:cubicBezTo>
                <a:close/>
                <a:moveTo>
                  <a:pt x="138751" y="348206"/>
                </a:moveTo>
                <a:lnTo>
                  <a:pt x="138751" y="373192"/>
                </a:lnTo>
                <a:lnTo>
                  <a:pt x="76553" y="330663"/>
                </a:lnTo>
                <a:cubicBezTo>
                  <a:pt x="47313" y="310993"/>
                  <a:pt x="30834" y="281755"/>
                  <a:pt x="30834" y="251984"/>
                </a:cubicBezTo>
                <a:cubicBezTo>
                  <a:pt x="30834" y="236568"/>
                  <a:pt x="35086" y="221682"/>
                  <a:pt x="42529" y="207860"/>
                </a:cubicBezTo>
                <a:cubicBezTo>
                  <a:pt x="45719" y="216898"/>
                  <a:pt x="51035" y="225935"/>
                  <a:pt x="62730" y="239226"/>
                </a:cubicBezTo>
                <a:lnTo>
                  <a:pt x="128651" y="312588"/>
                </a:lnTo>
                <a:cubicBezTo>
                  <a:pt x="139283" y="324815"/>
                  <a:pt x="138751" y="332258"/>
                  <a:pt x="138751" y="348206"/>
                </a:cubicBezTo>
                <a:close/>
                <a:moveTo>
                  <a:pt x="89843" y="223277"/>
                </a:moveTo>
                <a:cubicBezTo>
                  <a:pt x="73363" y="205202"/>
                  <a:pt x="70173" y="195102"/>
                  <a:pt x="70173" y="184470"/>
                </a:cubicBezTo>
                <a:cubicBezTo>
                  <a:pt x="70173" y="173837"/>
                  <a:pt x="72300" y="165331"/>
                  <a:pt x="85058" y="148852"/>
                </a:cubicBezTo>
                <a:lnTo>
                  <a:pt x="159484" y="52098"/>
                </a:lnTo>
                <a:lnTo>
                  <a:pt x="233910" y="148852"/>
                </a:lnTo>
                <a:cubicBezTo>
                  <a:pt x="246137" y="165331"/>
                  <a:pt x="248795" y="174369"/>
                  <a:pt x="248795" y="184470"/>
                </a:cubicBezTo>
                <a:cubicBezTo>
                  <a:pt x="248795" y="195102"/>
                  <a:pt x="245605" y="205202"/>
                  <a:pt x="229125" y="223277"/>
                </a:cubicBezTo>
                <a:lnTo>
                  <a:pt x="159484" y="300893"/>
                </a:lnTo>
                <a:lnTo>
                  <a:pt x="89843" y="223277"/>
                </a:lnTo>
                <a:close/>
                <a:moveTo>
                  <a:pt x="242416" y="330663"/>
                </a:moveTo>
                <a:lnTo>
                  <a:pt x="180216" y="373192"/>
                </a:lnTo>
                <a:lnTo>
                  <a:pt x="180216" y="348206"/>
                </a:lnTo>
                <a:cubicBezTo>
                  <a:pt x="180216" y="332258"/>
                  <a:pt x="179685" y="324815"/>
                  <a:pt x="190318" y="312588"/>
                </a:cubicBezTo>
                <a:lnTo>
                  <a:pt x="256237" y="239226"/>
                </a:lnTo>
                <a:cubicBezTo>
                  <a:pt x="267933" y="225935"/>
                  <a:pt x="273248" y="216898"/>
                  <a:pt x="276439" y="207860"/>
                </a:cubicBezTo>
                <a:cubicBezTo>
                  <a:pt x="283881" y="221682"/>
                  <a:pt x="288133" y="236568"/>
                  <a:pt x="288133" y="251984"/>
                </a:cubicBezTo>
                <a:cubicBezTo>
                  <a:pt x="288133" y="281755"/>
                  <a:pt x="271654" y="310993"/>
                  <a:pt x="242416" y="330663"/>
                </a:cubicBezTo>
                <a:close/>
              </a:path>
            </a:pathLst>
          </a:custGeom>
          <a:solidFill>
            <a:schemeClr val="bg1"/>
          </a:solidFill>
          <a:ln w="7711" cap="flat">
            <a:noFill/>
            <a:prstDash val="solid"/>
            <a:miter/>
          </a:ln>
        </p:spPr>
        <p:txBody>
          <a:bodyPr rtlCol="0" anchor="ctr"/>
          <a:lstStyle/>
          <a:p>
            <a:endParaRPr lang="en-US" dirty="0"/>
          </a:p>
        </p:txBody>
      </p:sp>
    </p:spTree>
    <p:extLst>
      <p:ext uri="{BB962C8B-B14F-4D97-AF65-F5344CB8AC3E}">
        <p14:creationId xmlns:p14="http://schemas.microsoft.com/office/powerpoint/2010/main" val="471188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white">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4FDB6EB-7251-3A44-3175-B577BB39EE65}"/>
              </a:ext>
            </a:extLst>
          </p:cNvPr>
          <p:cNvSpPr>
            <a:spLocks noGrp="1"/>
          </p:cNvSpPr>
          <p:nvPr>
            <p:ph type="title" hasCustomPrompt="1"/>
          </p:nvPr>
        </p:nvSpPr>
        <p:spPr>
          <a:xfrm>
            <a:off x="332171" y="1704542"/>
            <a:ext cx="5700329" cy="1870507"/>
          </a:xfrm>
        </p:spPr>
        <p:txBody>
          <a:bodyPr>
            <a:noAutofit/>
          </a:bodyPr>
          <a:lstStyle>
            <a:lvl1pPr>
              <a:lnSpc>
                <a:spcPts val="4000"/>
              </a:lnSpc>
              <a:defRPr sz="3200" spc="-50" baseline="0">
                <a:solidFill>
                  <a:schemeClr val="tx1"/>
                </a:solidFill>
              </a:defRPr>
            </a:lvl1pPr>
          </a:lstStyle>
          <a:p>
            <a:r>
              <a:rPr lang="en-US"/>
              <a:t>Click edit Master title style</a:t>
            </a:r>
            <a:endParaRPr lang="en-US" dirty="0"/>
          </a:p>
        </p:txBody>
      </p:sp>
      <p:sp>
        <p:nvSpPr>
          <p:cNvPr id="12" name="Text Placeholder 11">
            <a:extLst>
              <a:ext uri="{FF2B5EF4-FFF2-40B4-BE49-F238E27FC236}">
                <a16:creationId xmlns:a16="http://schemas.microsoft.com/office/drawing/2014/main" id="{BF78D318-8C23-97A3-FE87-2318CD893738}"/>
              </a:ext>
            </a:extLst>
          </p:cNvPr>
          <p:cNvSpPr>
            <a:spLocks noGrp="1"/>
          </p:cNvSpPr>
          <p:nvPr>
            <p:ph type="body" sz="quarter" idx="14" hasCustomPrompt="1"/>
          </p:nvPr>
        </p:nvSpPr>
        <p:spPr>
          <a:xfrm>
            <a:off x="341313" y="341313"/>
            <a:ext cx="2792030" cy="502893"/>
          </a:xfrm>
        </p:spPr>
        <p:txBody>
          <a:bodyPr>
            <a:noAutofit/>
          </a:bodyPr>
          <a:lstStyle>
            <a:lvl1pPr marL="0" indent="0">
              <a:lnSpc>
                <a:spcPts val="4000"/>
              </a:lnSpc>
              <a:spcBef>
                <a:spcPts val="0"/>
              </a:spcBef>
              <a:buNone/>
              <a:defRPr sz="3200" spc="-30" baseline="0">
                <a:solidFill>
                  <a:schemeClr val="tx1"/>
                </a:solidFill>
                <a:latin typeface="+mj-lt"/>
              </a:defRPr>
            </a:lvl1pPr>
          </a:lstStyle>
          <a:p>
            <a:pPr lvl="0"/>
            <a:r>
              <a:rPr lang="en-US"/>
              <a:t>1.1</a:t>
            </a:r>
            <a:endParaRPr lang="en-US" dirty="0"/>
          </a:p>
        </p:txBody>
      </p:sp>
      <p:sp>
        <p:nvSpPr>
          <p:cNvPr id="17" name="Platshållare för datum 16">
            <a:extLst>
              <a:ext uri="{FF2B5EF4-FFF2-40B4-BE49-F238E27FC236}">
                <a16:creationId xmlns:a16="http://schemas.microsoft.com/office/drawing/2014/main" id="{3DF63280-29DB-C069-9088-1BFD4C32A09E}"/>
              </a:ext>
            </a:extLst>
          </p:cNvPr>
          <p:cNvSpPr>
            <a:spLocks noGrp="1"/>
          </p:cNvSpPr>
          <p:nvPr>
            <p:ph type="dt" sz="half" idx="16"/>
          </p:nvPr>
        </p:nvSpPr>
        <p:spPr>
          <a:xfrm>
            <a:off x="6149976" y="6858000"/>
            <a:ext cx="1820862" cy="177162"/>
          </a:xfrm>
        </p:spPr>
        <p:txBody>
          <a:bodyPr/>
          <a:lstStyle>
            <a:lvl1pPr>
              <a:defRPr>
                <a:solidFill>
                  <a:schemeClr val="tx2">
                    <a:alpha val="0"/>
                  </a:schemeClr>
                </a:solidFill>
              </a:defRPr>
            </a:lvl1pPr>
          </a:lstStyle>
          <a:p>
            <a:r>
              <a:rPr lang="en-US"/>
              <a:t>Date</a:t>
            </a:r>
            <a:endParaRPr lang="en-US" dirty="0"/>
          </a:p>
        </p:txBody>
      </p:sp>
      <p:sp>
        <p:nvSpPr>
          <p:cNvPr id="18" name="Platshållare för sidfot 17">
            <a:extLst>
              <a:ext uri="{FF2B5EF4-FFF2-40B4-BE49-F238E27FC236}">
                <a16:creationId xmlns:a16="http://schemas.microsoft.com/office/drawing/2014/main" id="{BF8AA0CE-D470-3434-E868-17527D97B5D8}"/>
              </a:ext>
            </a:extLst>
          </p:cNvPr>
          <p:cNvSpPr>
            <a:spLocks noGrp="1"/>
          </p:cNvSpPr>
          <p:nvPr>
            <p:ph type="ftr" sz="quarter" idx="17"/>
          </p:nvPr>
        </p:nvSpPr>
        <p:spPr>
          <a:xfrm>
            <a:off x="345267" y="6858001"/>
            <a:ext cx="3751264" cy="177162"/>
          </a:xfrm>
        </p:spPr>
        <p:txBody>
          <a:bodyPr/>
          <a:lstStyle>
            <a:lvl1pPr>
              <a:defRPr>
                <a:solidFill>
                  <a:schemeClr val="tx2">
                    <a:alpha val="0"/>
                  </a:schemeClr>
                </a:solidFill>
              </a:defRPr>
            </a:lvl1pPr>
          </a:lstStyle>
          <a:p>
            <a:r>
              <a:rPr lang="en-US"/>
              <a:t>Confidential / internal tag</a:t>
            </a:r>
            <a:endParaRPr lang="en-US" dirty="0"/>
          </a:p>
        </p:txBody>
      </p:sp>
      <p:sp>
        <p:nvSpPr>
          <p:cNvPr id="19" name="Platshållare för bildnummer 18">
            <a:extLst>
              <a:ext uri="{FF2B5EF4-FFF2-40B4-BE49-F238E27FC236}">
                <a16:creationId xmlns:a16="http://schemas.microsoft.com/office/drawing/2014/main" id="{AE110E27-7C47-E9A0-CEA1-021A081301DC}"/>
              </a:ext>
            </a:extLst>
          </p:cNvPr>
          <p:cNvSpPr>
            <a:spLocks noGrp="1"/>
          </p:cNvSpPr>
          <p:nvPr>
            <p:ph type="sldNum" sz="quarter" idx="18"/>
          </p:nvPr>
        </p:nvSpPr>
        <p:spPr>
          <a:xfrm>
            <a:off x="10991850" y="6858000"/>
            <a:ext cx="865188" cy="177162"/>
          </a:xfrm>
        </p:spPr>
        <p:txBody>
          <a:bodyPr/>
          <a:lstStyle>
            <a:lvl1pPr>
              <a:defRPr>
                <a:solidFill>
                  <a:schemeClr val="tx2">
                    <a:alpha val="0"/>
                  </a:schemeClr>
                </a:solidFill>
              </a:defRPr>
            </a:lvl1pPr>
          </a:lstStyle>
          <a:p>
            <a:pPr algn="r"/>
            <a:fld id="{AE086683-F536-42AB-ABBC-F4803DFE8DBC}" type="slidenum">
              <a:rPr lang="en-US" smtClean="0"/>
              <a:pPr algn="r"/>
              <a:t>‹#›</a:t>
            </a:fld>
            <a:endParaRPr lang="en-US" dirty="0"/>
          </a:p>
        </p:txBody>
      </p:sp>
      <p:sp>
        <p:nvSpPr>
          <p:cNvPr id="3" name="Text Placeholder 2">
            <a:extLst>
              <a:ext uri="{FF2B5EF4-FFF2-40B4-BE49-F238E27FC236}">
                <a16:creationId xmlns:a16="http://schemas.microsoft.com/office/drawing/2014/main" id="{12D6CA65-9446-3DB3-807F-6766878978DC}"/>
              </a:ext>
            </a:extLst>
          </p:cNvPr>
          <p:cNvSpPr>
            <a:spLocks noGrp="1"/>
          </p:cNvSpPr>
          <p:nvPr>
            <p:ph type="body" sz="quarter" idx="19"/>
          </p:nvPr>
        </p:nvSpPr>
        <p:spPr>
          <a:xfrm>
            <a:off x="7140575" y="1700213"/>
            <a:ext cx="4716462" cy="3026428"/>
          </a:xfrm>
        </p:spPr>
        <p:txBody>
          <a:bodyPr/>
          <a:lstStyle>
            <a:lvl1pPr>
              <a:lnSpc>
                <a:spcPts val="2500"/>
              </a:lnSpc>
              <a:spcBef>
                <a:spcPts val="1600"/>
              </a:spcBef>
              <a:defRPr sz="2000">
                <a:solidFill>
                  <a:schemeClr val="tx1"/>
                </a:solidFill>
              </a:defRPr>
            </a:lvl1pPr>
            <a:lvl2pPr>
              <a:lnSpc>
                <a:spcPts val="2000"/>
              </a:lnSpc>
              <a:spcBef>
                <a:spcPts val="1200"/>
              </a:spcBef>
              <a:defRPr sz="1600">
                <a:solidFill>
                  <a:schemeClr val="tx1"/>
                </a:solidFill>
              </a:defRPr>
            </a:lvl2pPr>
            <a:lvl3pPr>
              <a:defRPr sz="1200">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endParaRPr lang="en-US" dirty="0"/>
          </a:p>
        </p:txBody>
      </p:sp>
      <p:sp>
        <p:nvSpPr>
          <p:cNvPr id="4" name="Text Placeholder 8">
            <a:extLst>
              <a:ext uri="{FF2B5EF4-FFF2-40B4-BE49-F238E27FC236}">
                <a16:creationId xmlns:a16="http://schemas.microsoft.com/office/drawing/2014/main" id="{4B5C609A-50BA-2247-B3E2-08AA1F2B297C}"/>
              </a:ext>
            </a:extLst>
          </p:cNvPr>
          <p:cNvSpPr txBox="1">
            <a:spLocks/>
          </p:cNvSpPr>
          <p:nvPr userDrawn="1"/>
        </p:nvSpPr>
        <p:spPr>
          <a:xfrm>
            <a:off x="11521017" y="343854"/>
            <a:ext cx="330781" cy="425290"/>
          </a:xfrm>
          <a:prstGeom prst="rect">
            <a:avLst/>
          </a:prstGeom>
          <a:blipFill>
            <a:blip>
              <a:extLst>
                <a:ext uri="{96DAC541-7B7A-43D3-8B79-37D633B846F1}">
                  <asvg:svgBlip xmlns:asvg="http://schemas.microsoft.com/office/drawing/2016/SVG/main" r:embed="rId2"/>
                </a:ext>
              </a:extLst>
            </a:blip>
            <a:stretch>
              <a:fillRect/>
            </a:stretch>
          </a:blipFill>
        </p:spPr>
        <p:txBody>
          <a:bodyPr>
            <a:noAutofit/>
          </a:bodyPr>
          <a:lstStyle>
            <a:lvl1pPr marL="162000" indent="0" algn="l" defTabSz="914400" rtl="0" eaLnBrk="1" latinLnBrk="0" hangingPunct="1">
              <a:lnSpc>
                <a:spcPts val="2200"/>
              </a:lnSpc>
              <a:spcBef>
                <a:spcPts val="1200"/>
              </a:spcBef>
              <a:spcAft>
                <a:spcPts val="0"/>
              </a:spcAft>
              <a:buFont typeface="Arial" panose="020B0604020202020204" pitchFamily="34" charset="0"/>
              <a:buNone/>
              <a:defRPr sz="100" kern="1200" spc="0" baseline="0">
                <a:noFill/>
                <a:latin typeface="+mn-lt"/>
                <a:ea typeface="+mn-ea"/>
                <a:cs typeface="+mn-cs"/>
              </a:defRPr>
            </a:lvl1pPr>
            <a:lvl2pPr marL="485775" indent="-227013" algn="l" defTabSz="914400" rtl="0" eaLnBrk="1" latinLnBrk="0" hangingPunct="1">
              <a:lnSpc>
                <a:spcPts val="1700"/>
              </a:lnSpc>
              <a:spcBef>
                <a:spcPts val="900"/>
              </a:spcBef>
              <a:spcAft>
                <a:spcPts val="0"/>
              </a:spcAft>
              <a:buFont typeface="Arial" panose="020B0604020202020204" pitchFamily="34" charset="0"/>
              <a:buChar char="•"/>
              <a:tabLst/>
              <a:defRPr sz="1200" kern="1200" spc="0">
                <a:solidFill>
                  <a:schemeClr val="tx1"/>
                </a:solidFill>
                <a:latin typeface="+mn-lt"/>
                <a:ea typeface="+mn-ea"/>
                <a:cs typeface="+mn-cs"/>
              </a:defRPr>
            </a:lvl2pPr>
            <a:lvl3pPr marL="719138" indent="-258763" algn="l" defTabSz="914400" rtl="0" eaLnBrk="1" latinLnBrk="0" hangingPunct="1">
              <a:lnSpc>
                <a:spcPts val="1700"/>
              </a:lnSpc>
              <a:spcBef>
                <a:spcPts val="900"/>
              </a:spcBef>
              <a:spcAft>
                <a:spcPts val="0"/>
              </a:spcAft>
              <a:buFont typeface="Arial" panose="020B0604020202020204" pitchFamily="34" charset="0"/>
              <a:buChar char="•"/>
              <a:defRPr sz="1200" kern="1200" spc="0">
                <a:solidFill>
                  <a:schemeClr val="tx1"/>
                </a:solidFill>
                <a:latin typeface="+mn-lt"/>
                <a:ea typeface="+mn-ea"/>
                <a:cs typeface="+mn-cs"/>
              </a:defRPr>
            </a:lvl3pPr>
            <a:lvl4pPr marL="989013" indent="-227013" algn="l" defTabSz="914400" rtl="0" eaLnBrk="1" latinLnBrk="0" hangingPunct="1">
              <a:lnSpc>
                <a:spcPts val="1400"/>
              </a:lnSpc>
              <a:spcBef>
                <a:spcPts val="900"/>
              </a:spcBef>
              <a:spcAft>
                <a:spcPts val="0"/>
              </a:spcAft>
              <a:buFont typeface="Arial" panose="020B0604020202020204" pitchFamily="34" charset="0"/>
              <a:buChar char="•"/>
              <a:tabLst/>
              <a:defRPr sz="1000" kern="1200" spc="0">
                <a:solidFill>
                  <a:schemeClr val="tx1"/>
                </a:solidFill>
                <a:latin typeface="+mn-lt"/>
                <a:ea typeface="+mn-ea"/>
                <a:cs typeface="+mn-cs"/>
              </a:defRPr>
            </a:lvl4pPr>
            <a:lvl5pPr marL="1258888" indent="-266700" algn="l" defTabSz="914400" rtl="0" eaLnBrk="1" latinLnBrk="0" hangingPunct="1">
              <a:lnSpc>
                <a:spcPts val="1400"/>
              </a:lnSpc>
              <a:spcBef>
                <a:spcPts val="900"/>
              </a:spcBef>
              <a:spcAft>
                <a:spcPts val="0"/>
              </a:spcAft>
              <a:buFont typeface="Arial" panose="020B0604020202020204" pitchFamily="34" charset="0"/>
              <a:buChar char="•"/>
              <a:defRPr sz="1000" kern="1200" spc="0">
                <a:solidFill>
                  <a:schemeClr val="tx1"/>
                </a:solidFill>
                <a:latin typeface="+mn-lt"/>
                <a:ea typeface="+mn-ea"/>
                <a:cs typeface="+mn-cs"/>
              </a:defRPr>
            </a:lvl5pPr>
            <a:lvl6pPr marL="1079500" indent="-184150"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6pPr>
            <a:lvl7pPr marL="1255713" indent="-176213"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7pPr>
            <a:lvl8pPr marL="1431925" indent="-176213"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8pPr>
            <a:lvl9pPr marL="1616075" indent="-184150"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9pPr>
          </a:lstStyle>
          <a:p>
            <a:r>
              <a:rPr lang="en-US" dirty="0"/>
              <a:t> </a:t>
            </a:r>
          </a:p>
        </p:txBody>
      </p:sp>
    </p:spTree>
    <p:extLst>
      <p:ext uri="{BB962C8B-B14F-4D97-AF65-F5344CB8AC3E}">
        <p14:creationId xmlns:p14="http://schemas.microsoft.com/office/powerpoint/2010/main" val="328143020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p:bg>
      <p:bgPr>
        <a:solidFill>
          <a:schemeClr val="accent3"/>
        </a:solidFill>
        <a:effectLst/>
      </p:bgPr>
    </p:bg>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F7436C3A-978D-898C-22D1-5B0DB7B38B7E}"/>
              </a:ext>
            </a:extLst>
          </p:cNvPr>
          <p:cNvSpPr>
            <a:spLocks noGrp="1"/>
          </p:cNvSpPr>
          <p:nvPr>
            <p:ph type="pic" sz="quarter" idx="19" hasCustomPrompt="1"/>
          </p:nvPr>
        </p:nvSpPr>
        <p:spPr>
          <a:xfrm>
            <a:off x="7140576" y="0"/>
            <a:ext cx="5051424" cy="6858000"/>
          </a:xfrm>
        </p:spPr>
        <p:txBody>
          <a:bodyPr lIns="0" tIns="216000" anchor="t" anchorCtr="1">
            <a:noAutofit/>
          </a:bodyPr>
          <a:lstStyle>
            <a:lvl1pPr marL="0" indent="0">
              <a:buNone/>
              <a:defRPr sz="1200">
                <a:solidFill>
                  <a:schemeClr val="bg1"/>
                </a:solidFill>
              </a:defRPr>
            </a:lvl1pPr>
          </a:lstStyle>
          <a:p>
            <a:r>
              <a:rPr lang="en-US" noProof="0"/>
              <a:t>Click the icon to insert an image</a:t>
            </a:r>
            <a:endParaRPr lang="en-US" noProof="0" dirty="0"/>
          </a:p>
        </p:txBody>
      </p:sp>
      <p:sp>
        <p:nvSpPr>
          <p:cNvPr id="17" name="Platshållare för datum 16">
            <a:extLst>
              <a:ext uri="{FF2B5EF4-FFF2-40B4-BE49-F238E27FC236}">
                <a16:creationId xmlns:a16="http://schemas.microsoft.com/office/drawing/2014/main" id="{3DF63280-29DB-C069-9088-1BFD4C32A09E}"/>
              </a:ext>
            </a:extLst>
          </p:cNvPr>
          <p:cNvSpPr>
            <a:spLocks noGrp="1"/>
          </p:cNvSpPr>
          <p:nvPr>
            <p:ph type="dt" sz="half" idx="16"/>
          </p:nvPr>
        </p:nvSpPr>
        <p:spPr>
          <a:xfrm>
            <a:off x="6149976" y="6858000"/>
            <a:ext cx="1820862" cy="177162"/>
          </a:xfrm>
        </p:spPr>
        <p:txBody>
          <a:bodyPr/>
          <a:lstStyle>
            <a:lvl1pPr>
              <a:defRPr>
                <a:solidFill>
                  <a:schemeClr val="tx2">
                    <a:alpha val="0"/>
                  </a:schemeClr>
                </a:solidFill>
              </a:defRPr>
            </a:lvl1pPr>
          </a:lstStyle>
          <a:p>
            <a:r>
              <a:rPr lang="en-US"/>
              <a:t>Date</a:t>
            </a:r>
            <a:endParaRPr lang="en-US" dirty="0"/>
          </a:p>
        </p:txBody>
      </p:sp>
      <p:sp>
        <p:nvSpPr>
          <p:cNvPr id="18" name="Platshållare för sidfot 17">
            <a:extLst>
              <a:ext uri="{FF2B5EF4-FFF2-40B4-BE49-F238E27FC236}">
                <a16:creationId xmlns:a16="http://schemas.microsoft.com/office/drawing/2014/main" id="{BF8AA0CE-D470-3434-E868-17527D97B5D8}"/>
              </a:ext>
            </a:extLst>
          </p:cNvPr>
          <p:cNvSpPr>
            <a:spLocks noGrp="1"/>
          </p:cNvSpPr>
          <p:nvPr>
            <p:ph type="ftr" sz="quarter" idx="17"/>
          </p:nvPr>
        </p:nvSpPr>
        <p:spPr>
          <a:xfrm>
            <a:off x="345267" y="6858001"/>
            <a:ext cx="3751264" cy="177162"/>
          </a:xfrm>
        </p:spPr>
        <p:txBody>
          <a:bodyPr/>
          <a:lstStyle>
            <a:lvl1pPr>
              <a:defRPr>
                <a:solidFill>
                  <a:schemeClr val="tx2">
                    <a:alpha val="0"/>
                  </a:schemeClr>
                </a:solidFill>
              </a:defRPr>
            </a:lvl1pPr>
          </a:lstStyle>
          <a:p>
            <a:r>
              <a:rPr lang="en-US"/>
              <a:t>Confidential / internal tag</a:t>
            </a:r>
            <a:endParaRPr lang="en-US" dirty="0"/>
          </a:p>
        </p:txBody>
      </p:sp>
      <p:sp>
        <p:nvSpPr>
          <p:cNvPr id="19" name="Platshållare för bildnummer 18">
            <a:extLst>
              <a:ext uri="{FF2B5EF4-FFF2-40B4-BE49-F238E27FC236}">
                <a16:creationId xmlns:a16="http://schemas.microsoft.com/office/drawing/2014/main" id="{AE110E27-7C47-E9A0-CEA1-021A081301DC}"/>
              </a:ext>
            </a:extLst>
          </p:cNvPr>
          <p:cNvSpPr>
            <a:spLocks noGrp="1"/>
          </p:cNvSpPr>
          <p:nvPr>
            <p:ph type="sldNum" sz="quarter" idx="18"/>
          </p:nvPr>
        </p:nvSpPr>
        <p:spPr>
          <a:xfrm>
            <a:off x="10991850" y="6858000"/>
            <a:ext cx="865188" cy="177162"/>
          </a:xfrm>
        </p:spPr>
        <p:txBody>
          <a:bodyPr/>
          <a:lstStyle>
            <a:lvl1pPr>
              <a:defRPr>
                <a:solidFill>
                  <a:schemeClr val="tx2">
                    <a:alpha val="0"/>
                  </a:schemeClr>
                </a:solidFill>
              </a:defRPr>
            </a:lvl1pPr>
          </a:lstStyle>
          <a:p>
            <a:pPr algn="r"/>
            <a:fld id="{AE086683-F536-42AB-ABBC-F4803DFE8DBC}" type="slidenum">
              <a:rPr lang="en-US" smtClean="0"/>
              <a:pPr algn="r"/>
              <a:t>‹#›</a:t>
            </a:fld>
            <a:endParaRPr lang="en-US" dirty="0"/>
          </a:p>
        </p:txBody>
      </p:sp>
      <p:sp>
        <p:nvSpPr>
          <p:cNvPr id="3" name="Title 9">
            <a:extLst>
              <a:ext uri="{FF2B5EF4-FFF2-40B4-BE49-F238E27FC236}">
                <a16:creationId xmlns:a16="http://schemas.microsoft.com/office/drawing/2014/main" id="{04E4B1C8-BDA9-48B6-A51A-9AF6AB48AD92}"/>
              </a:ext>
            </a:extLst>
          </p:cNvPr>
          <p:cNvSpPr>
            <a:spLocks noGrp="1"/>
          </p:cNvSpPr>
          <p:nvPr>
            <p:ph type="title" hasCustomPrompt="1"/>
          </p:nvPr>
        </p:nvSpPr>
        <p:spPr>
          <a:xfrm>
            <a:off x="332171" y="1704542"/>
            <a:ext cx="5700329" cy="1870507"/>
          </a:xfrm>
        </p:spPr>
        <p:txBody>
          <a:bodyPr>
            <a:noAutofit/>
          </a:bodyPr>
          <a:lstStyle>
            <a:lvl1pPr>
              <a:lnSpc>
                <a:spcPts val="4000"/>
              </a:lnSpc>
              <a:defRPr sz="3200" spc="-50" baseline="0">
                <a:solidFill>
                  <a:schemeClr val="bg1"/>
                </a:solidFill>
              </a:defRPr>
            </a:lvl1pPr>
          </a:lstStyle>
          <a:p>
            <a:r>
              <a:rPr lang="en-US"/>
              <a:t>Click edit Master title style</a:t>
            </a:r>
            <a:endParaRPr lang="en-US" dirty="0"/>
          </a:p>
        </p:txBody>
      </p:sp>
      <p:sp>
        <p:nvSpPr>
          <p:cNvPr id="5" name="Text Placeholder 11">
            <a:extLst>
              <a:ext uri="{FF2B5EF4-FFF2-40B4-BE49-F238E27FC236}">
                <a16:creationId xmlns:a16="http://schemas.microsoft.com/office/drawing/2014/main" id="{E0CFD44C-0E3B-4E77-C990-1F9122F7F64A}"/>
              </a:ext>
            </a:extLst>
          </p:cNvPr>
          <p:cNvSpPr>
            <a:spLocks noGrp="1"/>
          </p:cNvSpPr>
          <p:nvPr>
            <p:ph type="body" sz="quarter" idx="14" hasCustomPrompt="1"/>
          </p:nvPr>
        </p:nvSpPr>
        <p:spPr>
          <a:xfrm>
            <a:off x="341313" y="341313"/>
            <a:ext cx="2792030" cy="502893"/>
          </a:xfrm>
        </p:spPr>
        <p:txBody>
          <a:bodyPr>
            <a:noAutofit/>
          </a:bodyPr>
          <a:lstStyle>
            <a:lvl1pPr marL="0" indent="0">
              <a:lnSpc>
                <a:spcPts val="4000"/>
              </a:lnSpc>
              <a:spcBef>
                <a:spcPts val="0"/>
              </a:spcBef>
              <a:buNone/>
              <a:defRPr sz="3200" spc="-30" baseline="0">
                <a:solidFill>
                  <a:schemeClr val="bg1"/>
                </a:solidFill>
                <a:latin typeface="+mj-lt"/>
              </a:defRPr>
            </a:lvl1pPr>
          </a:lstStyle>
          <a:p>
            <a:pPr lvl="0"/>
            <a:r>
              <a:rPr lang="en-US"/>
              <a:t>1.1</a:t>
            </a:r>
            <a:endParaRPr lang="en-US" dirty="0"/>
          </a:p>
        </p:txBody>
      </p:sp>
    </p:spTree>
    <p:extLst>
      <p:ext uri="{BB962C8B-B14F-4D97-AF65-F5344CB8AC3E}">
        <p14:creationId xmlns:p14="http://schemas.microsoft.com/office/powerpoint/2010/main" val="759805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white with image">
    <p:bg>
      <p:bgRef idx="1001">
        <a:schemeClr val="bg1"/>
      </p:bgRef>
    </p:bg>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F7436C3A-978D-898C-22D1-5B0DB7B38B7E}"/>
              </a:ext>
            </a:extLst>
          </p:cNvPr>
          <p:cNvSpPr>
            <a:spLocks noGrp="1"/>
          </p:cNvSpPr>
          <p:nvPr>
            <p:ph type="pic" sz="quarter" idx="19" hasCustomPrompt="1"/>
          </p:nvPr>
        </p:nvSpPr>
        <p:spPr>
          <a:xfrm>
            <a:off x="7140576" y="0"/>
            <a:ext cx="5051424" cy="6858000"/>
          </a:xfrm>
        </p:spPr>
        <p:txBody>
          <a:bodyPr lIns="0" tIns="216000" anchor="t" anchorCtr="1">
            <a:noAutofit/>
          </a:bodyPr>
          <a:lstStyle>
            <a:lvl1pPr marL="0" indent="0">
              <a:buNone/>
              <a:defRPr sz="1200">
                <a:solidFill>
                  <a:schemeClr val="bg1"/>
                </a:solidFill>
              </a:defRPr>
            </a:lvl1pPr>
          </a:lstStyle>
          <a:p>
            <a:r>
              <a:rPr lang="en-US" noProof="0"/>
              <a:t>Click the icon to insert an image</a:t>
            </a:r>
            <a:endParaRPr lang="en-US" noProof="0" dirty="0"/>
          </a:p>
        </p:txBody>
      </p:sp>
      <p:sp>
        <p:nvSpPr>
          <p:cNvPr id="17" name="Platshållare för datum 16">
            <a:extLst>
              <a:ext uri="{FF2B5EF4-FFF2-40B4-BE49-F238E27FC236}">
                <a16:creationId xmlns:a16="http://schemas.microsoft.com/office/drawing/2014/main" id="{3DF63280-29DB-C069-9088-1BFD4C32A09E}"/>
              </a:ext>
            </a:extLst>
          </p:cNvPr>
          <p:cNvSpPr>
            <a:spLocks noGrp="1"/>
          </p:cNvSpPr>
          <p:nvPr>
            <p:ph type="dt" sz="half" idx="16"/>
          </p:nvPr>
        </p:nvSpPr>
        <p:spPr>
          <a:xfrm>
            <a:off x="6149976" y="6858000"/>
            <a:ext cx="1820862" cy="177162"/>
          </a:xfrm>
        </p:spPr>
        <p:txBody>
          <a:bodyPr/>
          <a:lstStyle>
            <a:lvl1pPr>
              <a:defRPr>
                <a:solidFill>
                  <a:schemeClr val="tx2">
                    <a:alpha val="0"/>
                  </a:schemeClr>
                </a:solidFill>
              </a:defRPr>
            </a:lvl1pPr>
          </a:lstStyle>
          <a:p>
            <a:r>
              <a:rPr lang="en-US"/>
              <a:t>Date</a:t>
            </a:r>
            <a:endParaRPr lang="en-US" dirty="0"/>
          </a:p>
        </p:txBody>
      </p:sp>
      <p:sp>
        <p:nvSpPr>
          <p:cNvPr id="18" name="Platshållare för sidfot 17">
            <a:extLst>
              <a:ext uri="{FF2B5EF4-FFF2-40B4-BE49-F238E27FC236}">
                <a16:creationId xmlns:a16="http://schemas.microsoft.com/office/drawing/2014/main" id="{BF8AA0CE-D470-3434-E868-17527D97B5D8}"/>
              </a:ext>
            </a:extLst>
          </p:cNvPr>
          <p:cNvSpPr>
            <a:spLocks noGrp="1"/>
          </p:cNvSpPr>
          <p:nvPr>
            <p:ph type="ftr" sz="quarter" idx="17"/>
          </p:nvPr>
        </p:nvSpPr>
        <p:spPr>
          <a:xfrm>
            <a:off x="345267" y="6858001"/>
            <a:ext cx="3751264" cy="177162"/>
          </a:xfrm>
        </p:spPr>
        <p:txBody>
          <a:bodyPr/>
          <a:lstStyle>
            <a:lvl1pPr>
              <a:defRPr>
                <a:solidFill>
                  <a:schemeClr val="tx2">
                    <a:alpha val="0"/>
                  </a:schemeClr>
                </a:solidFill>
              </a:defRPr>
            </a:lvl1pPr>
          </a:lstStyle>
          <a:p>
            <a:r>
              <a:rPr lang="en-US"/>
              <a:t>Confidential / internal tag</a:t>
            </a:r>
            <a:endParaRPr lang="en-US" dirty="0"/>
          </a:p>
        </p:txBody>
      </p:sp>
      <p:sp>
        <p:nvSpPr>
          <p:cNvPr id="19" name="Platshållare för bildnummer 18">
            <a:extLst>
              <a:ext uri="{FF2B5EF4-FFF2-40B4-BE49-F238E27FC236}">
                <a16:creationId xmlns:a16="http://schemas.microsoft.com/office/drawing/2014/main" id="{AE110E27-7C47-E9A0-CEA1-021A081301DC}"/>
              </a:ext>
            </a:extLst>
          </p:cNvPr>
          <p:cNvSpPr>
            <a:spLocks noGrp="1"/>
          </p:cNvSpPr>
          <p:nvPr>
            <p:ph type="sldNum" sz="quarter" idx="18"/>
          </p:nvPr>
        </p:nvSpPr>
        <p:spPr>
          <a:xfrm>
            <a:off x="10991850" y="6858000"/>
            <a:ext cx="865188" cy="177162"/>
          </a:xfrm>
        </p:spPr>
        <p:txBody>
          <a:bodyPr/>
          <a:lstStyle>
            <a:lvl1pPr>
              <a:defRPr>
                <a:solidFill>
                  <a:schemeClr val="tx2">
                    <a:alpha val="0"/>
                  </a:schemeClr>
                </a:solidFill>
              </a:defRPr>
            </a:lvl1pPr>
          </a:lstStyle>
          <a:p>
            <a:pPr algn="r"/>
            <a:fld id="{AE086683-F536-42AB-ABBC-F4803DFE8DBC}" type="slidenum">
              <a:rPr lang="en-US" smtClean="0"/>
              <a:pPr algn="r"/>
              <a:t>‹#›</a:t>
            </a:fld>
            <a:endParaRPr lang="en-US" dirty="0"/>
          </a:p>
        </p:txBody>
      </p:sp>
      <p:sp>
        <p:nvSpPr>
          <p:cNvPr id="3" name="Title 9">
            <a:extLst>
              <a:ext uri="{FF2B5EF4-FFF2-40B4-BE49-F238E27FC236}">
                <a16:creationId xmlns:a16="http://schemas.microsoft.com/office/drawing/2014/main" id="{04E4B1C8-BDA9-48B6-A51A-9AF6AB48AD92}"/>
              </a:ext>
            </a:extLst>
          </p:cNvPr>
          <p:cNvSpPr>
            <a:spLocks noGrp="1"/>
          </p:cNvSpPr>
          <p:nvPr>
            <p:ph type="title" hasCustomPrompt="1"/>
          </p:nvPr>
        </p:nvSpPr>
        <p:spPr>
          <a:xfrm>
            <a:off x="332171" y="1704542"/>
            <a:ext cx="5700329" cy="1870507"/>
          </a:xfrm>
        </p:spPr>
        <p:txBody>
          <a:bodyPr>
            <a:noAutofit/>
          </a:bodyPr>
          <a:lstStyle>
            <a:lvl1pPr>
              <a:lnSpc>
                <a:spcPts val="4000"/>
              </a:lnSpc>
              <a:defRPr sz="3200" spc="-50" baseline="0">
                <a:solidFill>
                  <a:schemeClr val="tx1"/>
                </a:solidFill>
              </a:defRPr>
            </a:lvl1pPr>
          </a:lstStyle>
          <a:p>
            <a:r>
              <a:rPr lang="en-US"/>
              <a:t>Click edit Master title style</a:t>
            </a:r>
            <a:endParaRPr lang="en-US" dirty="0"/>
          </a:p>
        </p:txBody>
      </p:sp>
      <p:sp>
        <p:nvSpPr>
          <p:cNvPr id="5" name="Text Placeholder 11">
            <a:extLst>
              <a:ext uri="{FF2B5EF4-FFF2-40B4-BE49-F238E27FC236}">
                <a16:creationId xmlns:a16="http://schemas.microsoft.com/office/drawing/2014/main" id="{E0CFD44C-0E3B-4E77-C990-1F9122F7F64A}"/>
              </a:ext>
            </a:extLst>
          </p:cNvPr>
          <p:cNvSpPr>
            <a:spLocks noGrp="1"/>
          </p:cNvSpPr>
          <p:nvPr>
            <p:ph type="body" sz="quarter" idx="14" hasCustomPrompt="1"/>
          </p:nvPr>
        </p:nvSpPr>
        <p:spPr>
          <a:xfrm>
            <a:off x="341313" y="341313"/>
            <a:ext cx="2792030" cy="502893"/>
          </a:xfrm>
        </p:spPr>
        <p:txBody>
          <a:bodyPr>
            <a:noAutofit/>
          </a:bodyPr>
          <a:lstStyle>
            <a:lvl1pPr marL="0" indent="0">
              <a:lnSpc>
                <a:spcPts val="4000"/>
              </a:lnSpc>
              <a:spcBef>
                <a:spcPts val="0"/>
              </a:spcBef>
              <a:buNone/>
              <a:defRPr sz="3200" spc="-30" baseline="0">
                <a:solidFill>
                  <a:schemeClr val="tx1"/>
                </a:solidFill>
                <a:latin typeface="+mj-lt"/>
              </a:defRPr>
            </a:lvl1pPr>
          </a:lstStyle>
          <a:p>
            <a:pPr lvl="0"/>
            <a:r>
              <a:rPr lang="en-US"/>
              <a:t>1.1</a:t>
            </a:r>
            <a:endParaRPr lang="en-US" dirty="0"/>
          </a:p>
        </p:txBody>
      </p:sp>
    </p:spTree>
    <p:extLst>
      <p:ext uri="{BB962C8B-B14F-4D97-AF65-F5344CB8AC3E}">
        <p14:creationId xmlns:p14="http://schemas.microsoft.com/office/powerpoint/2010/main" val="272865316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9" name="Picture Placeholder 9">
            <a:extLst>
              <a:ext uri="{FF2B5EF4-FFF2-40B4-BE49-F238E27FC236}">
                <a16:creationId xmlns:a16="http://schemas.microsoft.com/office/drawing/2014/main" id="{A99A3C7E-0B68-2C9F-2DDD-A568B4CBE24B}"/>
              </a:ext>
            </a:extLst>
          </p:cNvPr>
          <p:cNvSpPr>
            <a:spLocks noGrp="1"/>
          </p:cNvSpPr>
          <p:nvPr>
            <p:ph type="pic" sz="quarter" idx="15" hasCustomPrompt="1"/>
          </p:nvPr>
        </p:nvSpPr>
        <p:spPr>
          <a:xfrm>
            <a:off x="0" y="0"/>
            <a:ext cx="12192000" cy="6858000"/>
          </a:xfrm>
          <a:solidFill>
            <a:schemeClr val="accent3"/>
          </a:solidFill>
        </p:spPr>
        <p:txBody>
          <a:bodyPr lIns="0" tIns="0" bIns="684000" anchor="b" anchorCtr="1">
            <a:noAutofit/>
          </a:bodyPr>
          <a:lstStyle>
            <a:lvl1pPr marL="0" indent="0">
              <a:buNone/>
              <a:defRPr sz="1400">
                <a:solidFill>
                  <a:schemeClr val="bg1"/>
                </a:solidFill>
              </a:defRPr>
            </a:lvl1pPr>
          </a:lstStyle>
          <a:p>
            <a:r>
              <a:rPr lang="en-US" noProof="0"/>
              <a:t>Click the icon to insert an image</a:t>
            </a:r>
            <a:endParaRPr lang="en-US" noProof="0" dirty="0"/>
          </a:p>
        </p:txBody>
      </p:sp>
      <p:sp>
        <p:nvSpPr>
          <p:cNvPr id="6" name="Title 5">
            <a:extLst>
              <a:ext uri="{FF2B5EF4-FFF2-40B4-BE49-F238E27FC236}">
                <a16:creationId xmlns:a16="http://schemas.microsoft.com/office/drawing/2014/main" id="{DE2EDB52-D1CD-A13B-C828-980D83050D5E}"/>
              </a:ext>
            </a:extLst>
          </p:cNvPr>
          <p:cNvSpPr>
            <a:spLocks noGrp="1"/>
          </p:cNvSpPr>
          <p:nvPr>
            <p:ph type="title"/>
          </p:nvPr>
        </p:nvSpPr>
        <p:spPr>
          <a:xfrm>
            <a:off x="341313" y="341313"/>
            <a:ext cx="6659880" cy="1889125"/>
          </a:xfrm>
        </p:spPr>
        <p:txBody>
          <a:bodyPr>
            <a:noAutofit/>
          </a:bodyPr>
          <a:lstStyle>
            <a:lvl1pPr>
              <a:lnSpc>
                <a:spcPts val="4000"/>
              </a:lnSpc>
              <a:defRPr sz="3200" spc="-30" baseline="0">
                <a:solidFill>
                  <a:schemeClr val="bg1"/>
                </a:solidFill>
              </a:defRPr>
            </a:lvl1pPr>
          </a:lstStyle>
          <a:p>
            <a:endParaRPr lang="en-US" dirty="0"/>
          </a:p>
        </p:txBody>
      </p:sp>
      <p:sp>
        <p:nvSpPr>
          <p:cNvPr id="3" name="Text Placeholder 2">
            <a:extLst>
              <a:ext uri="{FF2B5EF4-FFF2-40B4-BE49-F238E27FC236}">
                <a16:creationId xmlns:a16="http://schemas.microsoft.com/office/drawing/2014/main" id="{9240FC9C-39B3-502B-3D24-669FA3055E2A}"/>
              </a:ext>
            </a:extLst>
          </p:cNvPr>
          <p:cNvSpPr>
            <a:spLocks noGrp="1"/>
          </p:cNvSpPr>
          <p:nvPr>
            <p:ph type="body" sz="quarter" idx="20"/>
          </p:nvPr>
        </p:nvSpPr>
        <p:spPr>
          <a:xfrm>
            <a:off x="347663" y="3028950"/>
            <a:ext cx="3744629" cy="1216024"/>
          </a:xfrm>
        </p:spPr>
        <p:txBody>
          <a:bodyPr>
            <a:noAutofit/>
          </a:bodyPr>
          <a:lstStyle>
            <a:lvl1pPr marL="0" indent="0">
              <a:lnSpc>
                <a:spcPts val="1700"/>
              </a:lnSpc>
              <a:spcBef>
                <a:spcPts val="900"/>
              </a:spcBef>
              <a:buNone/>
              <a:defRPr sz="1200">
                <a:solidFill>
                  <a:schemeClr val="bg1"/>
                </a:solidFill>
              </a:defRPr>
            </a:lvl1pPr>
            <a:lvl2pPr marL="176213" indent="0">
              <a:buNone/>
              <a:defRPr/>
            </a:lvl2pPr>
          </a:lstStyle>
          <a:p>
            <a:pPr lvl="0"/>
            <a:r>
              <a:rPr lang="en-US"/>
              <a:t>Click to edit Master text styles</a:t>
            </a:r>
            <a:endParaRPr lang="en-US" dirty="0"/>
          </a:p>
        </p:txBody>
      </p:sp>
      <p:sp>
        <p:nvSpPr>
          <p:cNvPr id="8" name="Platshållare för datum 7">
            <a:extLst>
              <a:ext uri="{FF2B5EF4-FFF2-40B4-BE49-F238E27FC236}">
                <a16:creationId xmlns:a16="http://schemas.microsoft.com/office/drawing/2014/main" id="{3E2872D3-8D90-A3BC-8931-CF1AF7E9465B}"/>
              </a:ext>
            </a:extLst>
          </p:cNvPr>
          <p:cNvSpPr>
            <a:spLocks noGrp="1"/>
          </p:cNvSpPr>
          <p:nvPr>
            <p:ph type="dt" sz="half" idx="17"/>
          </p:nvPr>
        </p:nvSpPr>
        <p:spPr>
          <a:xfrm>
            <a:off x="6149976" y="6858000"/>
            <a:ext cx="1820862" cy="177162"/>
          </a:xfrm>
        </p:spPr>
        <p:txBody>
          <a:bodyPr/>
          <a:lstStyle>
            <a:lvl1pPr>
              <a:defRPr>
                <a:solidFill>
                  <a:schemeClr val="tx2">
                    <a:alpha val="0"/>
                  </a:schemeClr>
                </a:solidFill>
              </a:defRPr>
            </a:lvl1pPr>
          </a:lstStyle>
          <a:p>
            <a:r>
              <a:rPr lang="en-US"/>
              <a:t>Date</a:t>
            </a:r>
            <a:endParaRPr lang="en-US" dirty="0"/>
          </a:p>
        </p:txBody>
      </p:sp>
      <p:sp>
        <p:nvSpPr>
          <p:cNvPr id="10" name="Platshållare för sidfot 9">
            <a:extLst>
              <a:ext uri="{FF2B5EF4-FFF2-40B4-BE49-F238E27FC236}">
                <a16:creationId xmlns:a16="http://schemas.microsoft.com/office/drawing/2014/main" id="{F3568AEB-4568-7E09-3F64-08802591C5D2}"/>
              </a:ext>
            </a:extLst>
          </p:cNvPr>
          <p:cNvSpPr>
            <a:spLocks noGrp="1"/>
          </p:cNvSpPr>
          <p:nvPr>
            <p:ph type="ftr" sz="quarter" idx="18"/>
          </p:nvPr>
        </p:nvSpPr>
        <p:spPr>
          <a:xfrm>
            <a:off x="345267" y="6858001"/>
            <a:ext cx="3751264" cy="177162"/>
          </a:xfrm>
        </p:spPr>
        <p:txBody>
          <a:bodyPr/>
          <a:lstStyle>
            <a:lvl1pPr>
              <a:defRPr>
                <a:solidFill>
                  <a:schemeClr val="tx2">
                    <a:alpha val="0"/>
                  </a:schemeClr>
                </a:solidFill>
              </a:defRPr>
            </a:lvl1pPr>
          </a:lstStyle>
          <a:p>
            <a:r>
              <a:rPr lang="en-US"/>
              <a:t>Confidential / internal tag</a:t>
            </a:r>
            <a:endParaRPr lang="en-US" dirty="0"/>
          </a:p>
        </p:txBody>
      </p:sp>
      <p:sp>
        <p:nvSpPr>
          <p:cNvPr id="11" name="Platshållare för bildnummer 10">
            <a:extLst>
              <a:ext uri="{FF2B5EF4-FFF2-40B4-BE49-F238E27FC236}">
                <a16:creationId xmlns:a16="http://schemas.microsoft.com/office/drawing/2014/main" id="{A9F44E4E-F594-C22B-5341-BA02B7B4ED24}"/>
              </a:ext>
            </a:extLst>
          </p:cNvPr>
          <p:cNvSpPr>
            <a:spLocks noGrp="1"/>
          </p:cNvSpPr>
          <p:nvPr>
            <p:ph type="sldNum" sz="quarter" idx="19"/>
          </p:nvPr>
        </p:nvSpPr>
        <p:spPr>
          <a:xfrm>
            <a:off x="10991850" y="6858000"/>
            <a:ext cx="865188" cy="177162"/>
          </a:xfrm>
        </p:spPr>
        <p:txBody>
          <a:bodyPr/>
          <a:lstStyle>
            <a:lvl1pPr>
              <a:defRPr>
                <a:solidFill>
                  <a:schemeClr val="tx2">
                    <a:alpha val="0"/>
                  </a:schemeClr>
                </a:solidFill>
              </a:defRPr>
            </a:lvl1pPr>
          </a:lstStyle>
          <a:p>
            <a:pPr algn="r"/>
            <a:fld id="{AE086683-F536-42AB-ABBC-F4803DFE8DBC}" type="slidenum">
              <a:rPr lang="en-US" smtClean="0"/>
              <a:pPr algn="r"/>
              <a:t>‹#›</a:t>
            </a:fld>
            <a:endParaRPr lang="en-US" dirty="0"/>
          </a:p>
        </p:txBody>
      </p:sp>
      <p:sp>
        <p:nvSpPr>
          <p:cNvPr id="2" name="Text Placeholder 8">
            <a:extLst>
              <a:ext uri="{FF2B5EF4-FFF2-40B4-BE49-F238E27FC236}">
                <a16:creationId xmlns:a16="http://schemas.microsoft.com/office/drawing/2014/main" id="{9B63C6CD-007C-5F74-E5E2-F7CB28BA79BF}"/>
              </a:ext>
            </a:extLst>
          </p:cNvPr>
          <p:cNvSpPr>
            <a:spLocks noGrp="1"/>
          </p:cNvSpPr>
          <p:nvPr>
            <p:ph type="body" sz="quarter" idx="21" hasCustomPrompt="1"/>
          </p:nvPr>
        </p:nvSpPr>
        <p:spPr>
          <a:xfrm>
            <a:off x="11521017" y="343854"/>
            <a:ext cx="330781" cy="425290"/>
          </a:xfrm>
          <a:blipFill>
            <a:blip>
              <a:extLst>
                <a:ext uri="{96DAC541-7B7A-43D3-8B79-37D633B846F1}">
                  <asvg:svgBlip xmlns:asvg="http://schemas.microsoft.com/office/drawing/2016/SVG/main" r:embed="rId2"/>
                </a:ext>
              </a:extLst>
            </a:blip>
            <a:stretch>
              <a:fillRect/>
            </a:stretch>
          </a:blipFill>
        </p:spPr>
        <p:txBody>
          <a:bodyPr>
            <a:noAutofit/>
          </a:bodyPr>
          <a:lstStyle>
            <a:lvl1pPr marL="162000" indent="0">
              <a:buNone/>
              <a:defRPr sz="100">
                <a:noFill/>
              </a:defRPr>
            </a:lvl1pPr>
          </a:lstStyle>
          <a:p>
            <a:pPr lvl="0"/>
            <a:r>
              <a:rPr lang="en-US" sz="100"/>
              <a:t> </a:t>
            </a:r>
            <a:endParaRPr lang="en-US" dirty="0"/>
          </a:p>
        </p:txBody>
      </p:sp>
    </p:spTree>
    <p:extLst>
      <p:ext uri="{BB962C8B-B14F-4D97-AF65-F5344CB8AC3E}">
        <p14:creationId xmlns:p14="http://schemas.microsoft.com/office/powerpoint/2010/main" val="1104999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Quote - Blue lotus">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6E62C869-7F1A-E8B6-0DF1-09C2FEE56F65}"/>
              </a:ext>
            </a:extLst>
          </p:cNvPr>
          <p:cNvSpPr>
            <a:spLocks noGrp="1"/>
          </p:cNvSpPr>
          <p:nvPr>
            <p:ph type="pic" sz="quarter" idx="15" hasCustomPrompt="1"/>
          </p:nvPr>
        </p:nvSpPr>
        <p:spPr>
          <a:xfrm>
            <a:off x="0" y="0"/>
            <a:ext cx="12192000" cy="6858000"/>
          </a:xfrm>
          <a:solidFill>
            <a:schemeClr val="bg1"/>
          </a:solidFill>
        </p:spPr>
        <p:txBody>
          <a:bodyPr lIns="0" tIns="0" bIns="684000" anchor="b" anchorCtr="1">
            <a:noAutofit/>
          </a:bodyPr>
          <a:lstStyle>
            <a:lvl1pPr marL="0" indent="0">
              <a:buNone/>
              <a:defRPr sz="1400">
                <a:solidFill>
                  <a:schemeClr val="tx1"/>
                </a:solidFill>
              </a:defRPr>
            </a:lvl1pPr>
          </a:lstStyle>
          <a:p>
            <a:r>
              <a:rPr lang="en-US" noProof="0"/>
              <a:t>Click the icon to insert an image</a:t>
            </a:r>
            <a:endParaRPr lang="en-US" noProof="0" dirty="0"/>
          </a:p>
        </p:txBody>
      </p:sp>
      <p:sp>
        <p:nvSpPr>
          <p:cNvPr id="6" name="Title 5">
            <a:extLst>
              <a:ext uri="{FF2B5EF4-FFF2-40B4-BE49-F238E27FC236}">
                <a16:creationId xmlns:a16="http://schemas.microsoft.com/office/drawing/2014/main" id="{DE2EDB52-D1CD-A13B-C828-980D83050D5E}"/>
              </a:ext>
            </a:extLst>
          </p:cNvPr>
          <p:cNvSpPr>
            <a:spLocks noGrp="1"/>
          </p:cNvSpPr>
          <p:nvPr>
            <p:ph type="title"/>
          </p:nvPr>
        </p:nvSpPr>
        <p:spPr>
          <a:xfrm>
            <a:off x="341313" y="341313"/>
            <a:ext cx="6659880" cy="1889125"/>
          </a:xfrm>
        </p:spPr>
        <p:txBody>
          <a:bodyPr>
            <a:noAutofit/>
          </a:bodyPr>
          <a:lstStyle>
            <a:lvl1pPr>
              <a:lnSpc>
                <a:spcPts val="4000"/>
              </a:lnSpc>
              <a:defRPr sz="3200" spc="-30" baseline="0">
                <a:solidFill>
                  <a:schemeClr val="tx1"/>
                </a:solidFill>
              </a:defRPr>
            </a:lvl1pPr>
          </a:lstStyle>
          <a:p>
            <a:endParaRPr lang="en-US" dirty="0"/>
          </a:p>
        </p:txBody>
      </p:sp>
      <p:sp>
        <p:nvSpPr>
          <p:cNvPr id="3" name="Text Placeholder 2">
            <a:extLst>
              <a:ext uri="{FF2B5EF4-FFF2-40B4-BE49-F238E27FC236}">
                <a16:creationId xmlns:a16="http://schemas.microsoft.com/office/drawing/2014/main" id="{9240FC9C-39B3-502B-3D24-669FA3055E2A}"/>
              </a:ext>
            </a:extLst>
          </p:cNvPr>
          <p:cNvSpPr>
            <a:spLocks noGrp="1"/>
          </p:cNvSpPr>
          <p:nvPr>
            <p:ph type="body" sz="quarter" idx="20"/>
          </p:nvPr>
        </p:nvSpPr>
        <p:spPr>
          <a:xfrm>
            <a:off x="347663" y="3028950"/>
            <a:ext cx="3744629" cy="1216024"/>
          </a:xfrm>
        </p:spPr>
        <p:txBody>
          <a:bodyPr>
            <a:noAutofit/>
          </a:bodyPr>
          <a:lstStyle>
            <a:lvl1pPr marL="0" indent="0">
              <a:lnSpc>
                <a:spcPts val="1700"/>
              </a:lnSpc>
              <a:spcBef>
                <a:spcPts val="900"/>
              </a:spcBef>
              <a:buNone/>
              <a:defRPr sz="1200">
                <a:solidFill>
                  <a:schemeClr val="tx1"/>
                </a:solidFill>
              </a:defRPr>
            </a:lvl1pPr>
            <a:lvl2pPr marL="176213" indent="0">
              <a:buNone/>
              <a:defRPr/>
            </a:lvl2pPr>
          </a:lstStyle>
          <a:p>
            <a:pPr lvl="0"/>
            <a:r>
              <a:rPr lang="en-US"/>
              <a:t>Click to edit Master text styles</a:t>
            </a:r>
            <a:endParaRPr lang="en-US" dirty="0"/>
          </a:p>
        </p:txBody>
      </p:sp>
      <p:sp>
        <p:nvSpPr>
          <p:cNvPr id="8" name="Platshållare för datum 7">
            <a:extLst>
              <a:ext uri="{FF2B5EF4-FFF2-40B4-BE49-F238E27FC236}">
                <a16:creationId xmlns:a16="http://schemas.microsoft.com/office/drawing/2014/main" id="{3E2872D3-8D90-A3BC-8931-CF1AF7E9465B}"/>
              </a:ext>
            </a:extLst>
          </p:cNvPr>
          <p:cNvSpPr>
            <a:spLocks noGrp="1"/>
          </p:cNvSpPr>
          <p:nvPr>
            <p:ph type="dt" sz="half" idx="17"/>
          </p:nvPr>
        </p:nvSpPr>
        <p:spPr>
          <a:xfrm>
            <a:off x="6149976" y="6858000"/>
            <a:ext cx="1820862" cy="177162"/>
          </a:xfrm>
        </p:spPr>
        <p:txBody>
          <a:bodyPr/>
          <a:lstStyle>
            <a:lvl1pPr>
              <a:defRPr>
                <a:solidFill>
                  <a:schemeClr val="tx2">
                    <a:alpha val="0"/>
                  </a:schemeClr>
                </a:solidFill>
              </a:defRPr>
            </a:lvl1pPr>
          </a:lstStyle>
          <a:p>
            <a:r>
              <a:rPr lang="en-US"/>
              <a:t>Date</a:t>
            </a:r>
            <a:endParaRPr lang="en-US" dirty="0"/>
          </a:p>
        </p:txBody>
      </p:sp>
      <p:sp>
        <p:nvSpPr>
          <p:cNvPr id="10" name="Platshållare för sidfot 9">
            <a:extLst>
              <a:ext uri="{FF2B5EF4-FFF2-40B4-BE49-F238E27FC236}">
                <a16:creationId xmlns:a16="http://schemas.microsoft.com/office/drawing/2014/main" id="{F3568AEB-4568-7E09-3F64-08802591C5D2}"/>
              </a:ext>
            </a:extLst>
          </p:cNvPr>
          <p:cNvSpPr>
            <a:spLocks noGrp="1"/>
          </p:cNvSpPr>
          <p:nvPr>
            <p:ph type="ftr" sz="quarter" idx="18"/>
          </p:nvPr>
        </p:nvSpPr>
        <p:spPr>
          <a:xfrm>
            <a:off x="345267" y="6858001"/>
            <a:ext cx="3751264" cy="177162"/>
          </a:xfrm>
        </p:spPr>
        <p:txBody>
          <a:bodyPr/>
          <a:lstStyle>
            <a:lvl1pPr>
              <a:defRPr>
                <a:solidFill>
                  <a:schemeClr val="tx2">
                    <a:alpha val="0"/>
                  </a:schemeClr>
                </a:solidFill>
              </a:defRPr>
            </a:lvl1pPr>
          </a:lstStyle>
          <a:p>
            <a:r>
              <a:rPr lang="en-US"/>
              <a:t>Confidential / internal tag</a:t>
            </a:r>
            <a:endParaRPr lang="en-US" dirty="0"/>
          </a:p>
        </p:txBody>
      </p:sp>
      <p:sp>
        <p:nvSpPr>
          <p:cNvPr id="11" name="Platshållare för bildnummer 10">
            <a:extLst>
              <a:ext uri="{FF2B5EF4-FFF2-40B4-BE49-F238E27FC236}">
                <a16:creationId xmlns:a16="http://schemas.microsoft.com/office/drawing/2014/main" id="{A9F44E4E-F594-C22B-5341-BA02B7B4ED24}"/>
              </a:ext>
            </a:extLst>
          </p:cNvPr>
          <p:cNvSpPr>
            <a:spLocks noGrp="1"/>
          </p:cNvSpPr>
          <p:nvPr>
            <p:ph type="sldNum" sz="quarter" idx="19"/>
          </p:nvPr>
        </p:nvSpPr>
        <p:spPr>
          <a:xfrm>
            <a:off x="10991850" y="6858000"/>
            <a:ext cx="865188" cy="177162"/>
          </a:xfrm>
        </p:spPr>
        <p:txBody>
          <a:bodyPr/>
          <a:lstStyle>
            <a:lvl1pPr>
              <a:defRPr>
                <a:solidFill>
                  <a:schemeClr val="tx2">
                    <a:alpha val="0"/>
                  </a:schemeClr>
                </a:solidFill>
              </a:defRPr>
            </a:lvl1pPr>
          </a:lstStyle>
          <a:p>
            <a:pPr algn="r"/>
            <a:fld id="{AE086683-F536-42AB-ABBC-F4803DFE8DBC}" type="slidenum">
              <a:rPr lang="en-US" smtClean="0"/>
              <a:pPr algn="r"/>
              <a:t>‹#›</a:t>
            </a:fld>
            <a:endParaRPr lang="en-US" dirty="0"/>
          </a:p>
        </p:txBody>
      </p:sp>
      <p:sp>
        <p:nvSpPr>
          <p:cNvPr id="7" name="Text Placeholder 8">
            <a:extLst>
              <a:ext uri="{FF2B5EF4-FFF2-40B4-BE49-F238E27FC236}">
                <a16:creationId xmlns:a16="http://schemas.microsoft.com/office/drawing/2014/main" id="{7EBB77A0-CAA9-0DDE-5A72-36DE171D08C5}"/>
              </a:ext>
            </a:extLst>
          </p:cNvPr>
          <p:cNvSpPr>
            <a:spLocks noGrp="1"/>
          </p:cNvSpPr>
          <p:nvPr>
            <p:ph type="body" sz="quarter" idx="21" hasCustomPrompt="1"/>
          </p:nvPr>
        </p:nvSpPr>
        <p:spPr>
          <a:xfrm>
            <a:off x="11523398" y="343854"/>
            <a:ext cx="330781" cy="425290"/>
          </a:xfrm>
          <a:blipFill>
            <a:blip>
              <a:extLst>
                <a:ext uri="{96DAC541-7B7A-43D3-8B79-37D633B846F1}">
                  <asvg:svgBlip xmlns:asvg="http://schemas.microsoft.com/office/drawing/2016/SVG/main" r:embed="rId2"/>
                </a:ext>
              </a:extLst>
            </a:blip>
            <a:stretch>
              <a:fillRect/>
            </a:stretch>
          </a:blipFill>
        </p:spPr>
        <p:txBody>
          <a:bodyPr>
            <a:noAutofit/>
          </a:bodyPr>
          <a:lstStyle>
            <a:lvl1pPr marL="162000" indent="0">
              <a:buNone/>
              <a:defRPr sz="100">
                <a:noFill/>
              </a:defRPr>
            </a:lvl1pPr>
          </a:lstStyle>
          <a:p>
            <a:pPr lvl="0"/>
            <a:r>
              <a:rPr lang="en-US" sz="100"/>
              <a:t> </a:t>
            </a:r>
            <a:endParaRPr lang="en-US" dirty="0"/>
          </a:p>
        </p:txBody>
      </p:sp>
    </p:spTree>
    <p:extLst>
      <p:ext uri="{BB962C8B-B14F-4D97-AF65-F5344CB8AC3E}">
        <p14:creationId xmlns:p14="http://schemas.microsoft.com/office/powerpoint/2010/main" val="766254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8C11800-574F-41D3-979F-6EA860ACA3ED}"/>
              </a:ext>
            </a:extLst>
          </p:cNvPr>
          <p:cNvSpPr>
            <a:spLocks noGrp="1"/>
          </p:cNvSpPr>
          <p:nvPr>
            <p:ph sz="quarter" idx="13"/>
          </p:nvPr>
        </p:nvSpPr>
        <p:spPr>
          <a:xfrm>
            <a:off x="341313" y="1700213"/>
            <a:ext cx="11507787" cy="4562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C6E8DBAF-63C1-B430-B9A9-5B420F5D34EE}"/>
              </a:ext>
            </a:extLst>
          </p:cNvPr>
          <p:cNvSpPr>
            <a:spLocks noGrp="1"/>
          </p:cNvSpPr>
          <p:nvPr>
            <p:ph type="dt" sz="half" idx="14"/>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101D960B-CB63-C137-6DC5-9CEECFBC9DA5}"/>
              </a:ext>
            </a:extLst>
          </p:cNvPr>
          <p:cNvSpPr>
            <a:spLocks noGrp="1"/>
          </p:cNvSpPr>
          <p:nvPr>
            <p:ph type="ftr" sz="quarter" idx="15"/>
          </p:nvPr>
        </p:nvSpPr>
        <p:spPr/>
        <p:txBody>
          <a:bodyPr/>
          <a:lstStyle/>
          <a:p>
            <a:r>
              <a:rPr lang="en-US"/>
              <a:t>Confidential / internal tag</a:t>
            </a:r>
            <a:endParaRPr lang="en-US" dirty="0"/>
          </a:p>
        </p:txBody>
      </p:sp>
      <p:sp>
        <p:nvSpPr>
          <p:cNvPr id="9" name="Slide Number Placeholder 8">
            <a:extLst>
              <a:ext uri="{FF2B5EF4-FFF2-40B4-BE49-F238E27FC236}">
                <a16:creationId xmlns:a16="http://schemas.microsoft.com/office/drawing/2014/main" id="{C38DA9E7-36E2-E0A8-04D9-4046D0B5975F}"/>
              </a:ext>
            </a:extLst>
          </p:cNvPr>
          <p:cNvSpPr>
            <a:spLocks noGrp="1"/>
          </p:cNvSpPr>
          <p:nvPr>
            <p:ph type="sldNum" sz="quarter" idx="16"/>
          </p:nvPr>
        </p:nvSpPr>
        <p:spPr/>
        <p:txBody>
          <a:bodyPr/>
          <a:lstStyle/>
          <a:p>
            <a:pPr algn="r"/>
            <a:fld id="{AE086683-F536-42AB-ABBC-F4803DFE8DBC}" type="slidenum">
              <a:rPr lang="en-US" smtClean="0"/>
              <a:pPr algn="r"/>
              <a:t>‹#›</a:t>
            </a:fld>
            <a:endParaRPr lang="en-US" dirty="0"/>
          </a:p>
        </p:txBody>
      </p:sp>
      <p:sp>
        <p:nvSpPr>
          <p:cNvPr id="4" name="Title 3">
            <a:extLst>
              <a:ext uri="{FF2B5EF4-FFF2-40B4-BE49-F238E27FC236}">
                <a16:creationId xmlns:a16="http://schemas.microsoft.com/office/drawing/2014/main" id="{370F4051-45CB-8155-890E-806032D81791}"/>
              </a:ext>
            </a:extLst>
          </p:cNvPr>
          <p:cNvSpPr>
            <a:spLocks noGrp="1"/>
          </p:cNvSpPr>
          <p:nvPr>
            <p:ph type="title"/>
          </p:nvPr>
        </p:nvSpPr>
        <p:spPr/>
        <p:txBody>
          <a:bodyPr/>
          <a:lstStyle/>
          <a:p>
            <a:r>
              <a:rPr lang="en-US"/>
              <a:t>Click to edit Master title style</a:t>
            </a:r>
          </a:p>
        </p:txBody>
      </p:sp>
      <p:sp>
        <p:nvSpPr>
          <p:cNvPr id="2" name="Text Placeholder 2">
            <a:extLst>
              <a:ext uri="{FF2B5EF4-FFF2-40B4-BE49-F238E27FC236}">
                <a16:creationId xmlns:a16="http://schemas.microsoft.com/office/drawing/2014/main" id="{10599EA4-FAFB-C63F-E4D5-1C543A8BC108}"/>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2898855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ulletpoint slide with conten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FD737CB-143D-98F0-9917-CB45F2CA4111}"/>
              </a:ext>
            </a:extLst>
          </p:cNvPr>
          <p:cNvSpPr>
            <a:spLocks noGrp="1"/>
          </p:cNvSpPr>
          <p:nvPr>
            <p:ph type="title"/>
          </p:nvPr>
        </p:nvSpPr>
        <p:spPr>
          <a:xfrm>
            <a:off x="341313" y="341313"/>
            <a:ext cx="4730369" cy="546099"/>
          </a:xfrm>
        </p:spPr>
        <p:txBody>
          <a:bodyPr>
            <a:noAutofit/>
          </a:bodyPr>
          <a:lstStyle/>
          <a:p>
            <a:r>
              <a:rPr lang="en-US"/>
              <a:t>Click to edit Master title style</a:t>
            </a:r>
            <a:endParaRPr lang="en-US" dirty="0"/>
          </a:p>
        </p:txBody>
      </p:sp>
      <p:sp>
        <p:nvSpPr>
          <p:cNvPr id="2" name="Text Placeholder 2">
            <a:extLst>
              <a:ext uri="{FF2B5EF4-FFF2-40B4-BE49-F238E27FC236}">
                <a16:creationId xmlns:a16="http://schemas.microsoft.com/office/drawing/2014/main" id="{80C5C391-C03E-5C0C-305F-90EF17223A4A}"/>
              </a:ext>
            </a:extLst>
          </p:cNvPr>
          <p:cNvSpPr>
            <a:spLocks noGrp="1"/>
          </p:cNvSpPr>
          <p:nvPr>
            <p:ph type="body" sz="quarter" idx="20"/>
          </p:nvPr>
        </p:nvSpPr>
        <p:spPr>
          <a:xfrm>
            <a:off x="347946" y="1012825"/>
            <a:ext cx="3744629" cy="1263650"/>
          </a:xfrm>
        </p:spPr>
        <p:txBody>
          <a:bodyPr>
            <a:noAutofit/>
          </a:bodyPr>
          <a:lstStyle>
            <a:lvl1pPr marL="0" indent="0">
              <a:lnSpc>
                <a:spcPts val="2500"/>
              </a:lnSpc>
              <a:buNone/>
              <a:defRPr sz="2000">
                <a:solidFill>
                  <a:schemeClr val="tx1"/>
                </a:solidFill>
              </a:defRPr>
            </a:lvl1pPr>
            <a:lvl2pPr marL="176213" indent="0">
              <a:buNone/>
              <a:defRPr/>
            </a:lvl2pPr>
          </a:lstStyle>
          <a:p>
            <a:pPr lvl="0"/>
            <a:r>
              <a:rPr lang="en-US"/>
              <a:t>Click to edit Master text styles</a:t>
            </a:r>
            <a:endParaRPr lang="en-US" dirty="0"/>
          </a:p>
        </p:txBody>
      </p:sp>
      <p:sp>
        <p:nvSpPr>
          <p:cNvPr id="10" name="Content Placeholder 9">
            <a:extLst>
              <a:ext uri="{FF2B5EF4-FFF2-40B4-BE49-F238E27FC236}">
                <a16:creationId xmlns:a16="http://schemas.microsoft.com/office/drawing/2014/main" id="{3AF8020B-23D8-1C1C-6CB8-FE99BC4E6770}"/>
              </a:ext>
            </a:extLst>
          </p:cNvPr>
          <p:cNvSpPr>
            <a:spLocks noGrp="1"/>
          </p:cNvSpPr>
          <p:nvPr>
            <p:ph sz="quarter" idx="25" hasCustomPrompt="1"/>
          </p:nvPr>
        </p:nvSpPr>
        <p:spPr>
          <a:xfrm>
            <a:off x="6157913" y="341313"/>
            <a:ext cx="5686141" cy="5921375"/>
          </a:xfrm>
          <a:noFill/>
        </p:spPr>
        <p:txBody>
          <a:bodyPr vert="horz" lIns="0" tIns="216000" rIns="0" bIns="0" rtlCol="0" anchor="t" anchorCtr="1">
            <a:normAutofit/>
          </a:bodyPr>
          <a:lstStyle>
            <a:lvl1pPr>
              <a:defRPr lang="en-US" sz="1200" dirty="0" smtClean="0">
                <a:solidFill>
                  <a:sysClr val="windowText" lastClr="000000"/>
                </a:solidFill>
              </a:defRPr>
            </a:lvl1pPr>
          </a:lstStyle>
          <a:p>
            <a:pPr marL="0" lvl="0" indent="0">
              <a:buNone/>
            </a:pPr>
            <a:r>
              <a:rPr lang="en-US"/>
              <a:t>Click the icon to insert an object</a:t>
            </a:r>
            <a:endParaRPr lang="en-US" dirty="0"/>
          </a:p>
        </p:txBody>
      </p:sp>
      <p:sp>
        <p:nvSpPr>
          <p:cNvPr id="7" name="TextBox 6">
            <a:extLst>
              <a:ext uri="{FF2B5EF4-FFF2-40B4-BE49-F238E27FC236}">
                <a16:creationId xmlns:a16="http://schemas.microsoft.com/office/drawing/2014/main" id="{054750BC-B02E-A425-E0A5-9255AB4C8264}"/>
              </a:ext>
            </a:extLst>
          </p:cNvPr>
          <p:cNvSpPr txBox="1"/>
          <p:nvPr userDrawn="1"/>
        </p:nvSpPr>
        <p:spPr>
          <a:xfrm>
            <a:off x="332169" y="6435512"/>
            <a:ext cx="2567442" cy="177162"/>
          </a:xfrm>
          <a:prstGeom prst="rect">
            <a:avLst/>
          </a:prstGeom>
        </p:spPr>
        <p:txBody>
          <a:bodyPr vert="horz" lIns="0" tIns="0" rIns="0" bIns="0" rtlCol="0" anchor="t">
            <a:noAutofit/>
          </a:bodyPr>
          <a:lstStyle>
            <a:defPPr>
              <a:defRPr lang="sv-SE"/>
            </a:defPPr>
            <a:lvl1pPr>
              <a:defRPr sz="1000">
                <a:solidFill>
                  <a:schemeClr val="tx2"/>
                </a:solidFill>
              </a:defRPr>
            </a:lvl1pPr>
          </a:lstStyle>
          <a:p>
            <a:pPr lvl="0"/>
            <a:r>
              <a:rPr lang="en-US">
                <a:solidFill>
                  <a:srgbClr val="505055"/>
                </a:solidFill>
              </a:rPr>
              <a:t>© Bangkok Bank</a:t>
            </a:r>
            <a:endParaRPr lang="en-US" dirty="0">
              <a:solidFill>
                <a:srgbClr val="505055"/>
              </a:solidFill>
            </a:endParaRPr>
          </a:p>
        </p:txBody>
      </p:sp>
      <p:sp>
        <p:nvSpPr>
          <p:cNvPr id="3" name="Date Placeholder 2">
            <a:extLst>
              <a:ext uri="{FF2B5EF4-FFF2-40B4-BE49-F238E27FC236}">
                <a16:creationId xmlns:a16="http://schemas.microsoft.com/office/drawing/2014/main" id="{354917B3-C9E5-5626-5476-26632508A2E8}"/>
              </a:ext>
            </a:extLst>
          </p:cNvPr>
          <p:cNvSpPr>
            <a:spLocks noGrp="1"/>
          </p:cNvSpPr>
          <p:nvPr>
            <p:ph type="dt" sz="half" idx="26"/>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178543AA-9C71-8DA1-D4A5-43ED451E6B55}"/>
              </a:ext>
            </a:extLst>
          </p:cNvPr>
          <p:cNvSpPr>
            <a:spLocks noGrp="1"/>
          </p:cNvSpPr>
          <p:nvPr>
            <p:ph type="ftr" sz="quarter" idx="27"/>
          </p:nvPr>
        </p:nvSpPr>
        <p:spPr/>
        <p:txBody>
          <a:bodyPr/>
          <a:lstStyle/>
          <a:p>
            <a:r>
              <a:rPr lang="en-US"/>
              <a:t>Confidential / internal tag</a:t>
            </a:r>
            <a:endParaRPr lang="en-US" dirty="0"/>
          </a:p>
        </p:txBody>
      </p:sp>
      <p:sp>
        <p:nvSpPr>
          <p:cNvPr id="5" name="Slide Number Placeholder 4">
            <a:extLst>
              <a:ext uri="{FF2B5EF4-FFF2-40B4-BE49-F238E27FC236}">
                <a16:creationId xmlns:a16="http://schemas.microsoft.com/office/drawing/2014/main" id="{CDD15BD9-9AC1-5BC7-FD6D-8087B629CA4B}"/>
              </a:ext>
            </a:extLst>
          </p:cNvPr>
          <p:cNvSpPr>
            <a:spLocks noGrp="1"/>
          </p:cNvSpPr>
          <p:nvPr>
            <p:ph type="sldNum" sz="quarter" idx="28"/>
          </p:nvPr>
        </p:nvSpPr>
        <p:spPr/>
        <p:txBody>
          <a:bodyPr/>
          <a:lstStyle/>
          <a:p>
            <a:pPr algn="r"/>
            <a:fld id="{AE086683-F536-42AB-ABBC-F4803DFE8DBC}" type="slidenum">
              <a:rPr lang="en-US" smtClean="0"/>
              <a:pPr algn="r"/>
              <a:t>‹#›</a:t>
            </a:fld>
            <a:endParaRPr lang="en-US" dirty="0"/>
          </a:p>
        </p:txBody>
      </p:sp>
      <p:sp>
        <p:nvSpPr>
          <p:cNvPr id="9" name="Content Placeholder 8">
            <a:extLst>
              <a:ext uri="{FF2B5EF4-FFF2-40B4-BE49-F238E27FC236}">
                <a16:creationId xmlns:a16="http://schemas.microsoft.com/office/drawing/2014/main" id="{80AAEF0B-144E-0906-D57C-9353A1E4F837}"/>
              </a:ext>
            </a:extLst>
          </p:cNvPr>
          <p:cNvSpPr>
            <a:spLocks noGrp="1"/>
          </p:cNvSpPr>
          <p:nvPr>
            <p:ph sz="quarter" idx="29"/>
          </p:nvPr>
        </p:nvSpPr>
        <p:spPr>
          <a:xfrm>
            <a:off x="341598" y="3028949"/>
            <a:ext cx="3744631" cy="323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6" name="Text Placeholder 2">
            <a:extLst>
              <a:ext uri="{FF2B5EF4-FFF2-40B4-BE49-F238E27FC236}">
                <a16:creationId xmlns:a16="http://schemas.microsoft.com/office/drawing/2014/main" id="{3E984F11-9D2A-8724-488B-2FFC9E9F7627}"/>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27475374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B6C8943-65EC-4C53-2757-90C7D52CC876}"/>
              </a:ext>
            </a:extLst>
          </p:cNvPr>
          <p:cNvSpPr>
            <a:spLocks noGrp="1"/>
          </p:cNvSpPr>
          <p:nvPr>
            <p:ph type="dt" sz="half" idx="24"/>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D47E5241-5222-B7CD-133D-51A32D71B1C0}"/>
              </a:ext>
            </a:extLst>
          </p:cNvPr>
          <p:cNvSpPr>
            <a:spLocks noGrp="1"/>
          </p:cNvSpPr>
          <p:nvPr>
            <p:ph type="ftr" sz="quarter" idx="25"/>
          </p:nvPr>
        </p:nvSpPr>
        <p:spPr/>
        <p:txBody>
          <a:bodyPr/>
          <a:lstStyle/>
          <a:p>
            <a:r>
              <a:rPr lang="en-US"/>
              <a:t>Confidential / internal tag</a:t>
            </a:r>
            <a:endParaRPr lang="en-US" dirty="0"/>
          </a:p>
        </p:txBody>
      </p:sp>
      <p:sp>
        <p:nvSpPr>
          <p:cNvPr id="5" name="Slide Number Placeholder 4">
            <a:extLst>
              <a:ext uri="{FF2B5EF4-FFF2-40B4-BE49-F238E27FC236}">
                <a16:creationId xmlns:a16="http://schemas.microsoft.com/office/drawing/2014/main" id="{536A8168-CE73-CEEF-9DA4-347838354378}"/>
              </a:ext>
            </a:extLst>
          </p:cNvPr>
          <p:cNvSpPr>
            <a:spLocks noGrp="1"/>
          </p:cNvSpPr>
          <p:nvPr>
            <p:ph type="sldNum" sz="quarter" idx="26"/>
          </p:nvPr>
        </p:nvSpPr>
        <p:spPr/>
        <p:txBody>
          <a:bodyPr/>
          <a:lstStyle/>
          <a:p>
            <a:pPr algn="r"/>
            <a:fld id="{AE086683-F536-42AB-ABBC-F4803DFE8DBC}" type="slidenum">
              <a:rPr lang="en-US" smtClean="0"/>
              <a:pPr algn="r"/>
              <a:t>‹#›</a:t>
            </a:fld>
            <a:endParaRPr lang="en-US" dirty="0"/>
          </a:p>
        </p:txBody>
      </p:sp>
      <p:sp>
        <p:nvSpPr>
          <p:cNvPr id="6" name="Text Placeholder 2">
            <a:extLst>
              <a:ext uri="{FF2B5EF4-FFF2-40B4-BE49-F238E27FC236}">
                <a16:creationId xmlns:a16="http://schemas.microsoft.com/office/drawing/2014/main" id="{E88CE95F-D557-13CB-F596-A8255991C933}"/>
              </a:ext>
            </a:extLst>
          </p:cNvPr>
          <p:cNvSpPr>
            <a:spLocks noGrp="1"/>
          </p:cNvSpPr>
          <p:nvPr>
            <p:ph type="body" sz="quarter" idx="20"/>
          </p:nvPr>
        </p:nvSpPr>
        <p:spPr>
          <a:xfrm>
            <a:off x="347946" y="1012825"/>
            <a:ext cx="3744629" cy="1263650"/>
          </a:xfrm>
        </p:spPr>
        <p:txBody>
          <a:bodyPr>
            <a:noAutofit/>
          </a:bodyPr>
          <a:lstStyle>
            <a:lvl1pPr marL="0" indent="0">
              <a:lnSpc>
                <a:spcPts val="2500"/>
              </a:lnSpc>
              <a:buNone/>
              <a:defRPr sz="2000">
                <a:solidFill>
                  <a:schemeClr val="tx1"/>
                </a:solidFill>
              </a:defRPr>
            </a:lvl1pPr>
            <a:lvl2pPr marL="176213" indent="0">
              <a:buNone/>
              <a:defRPr/>
            </a:lvl2pPr>
          </a:lstStyle>
          <a:p>
            <a:pPr lvl="0"/>
            <a:r>
              <a:rPr lang="en-US"/>
              <a:t>Click to edit Master text styles</a:t>
            </a:r>
            <a:endParaRPr lang="en-US" dirty="0"/>
          </a:p>
        </p:txBody>
      </p:sp>
      <p:sp>
        <p:nvSpPr>
          <p:cNvPr id="2" name="Title 1">
            <a:extLst>
              <a:ext uri="{FF2B5EF4-FFF2-40B4-BE49-F238E27FC236}">
                <a16:creationId xmlns:a16="http://schemas.microsoft.com/office/drawing/2014/main" id="{3C08CD3A-F766-ED2A-DB0D-B953AE8A1BB1}"/>
              </a:ext>
            </a:extLst>
          </p:cNvPr>
          <p:cNvSpPr>
            <a:spLocks noGrp="1"/>
          </p:cNvSpPr>
          <p:nvPr>
            <p:ph type="title"/>
          </p:nvPr>
        </p:nvSpPr>
        <p:spPr/>
        <p:txBody>
          <a:bodyPr/>
          <a:lstStyle/>
          <a:p>
            <a:r>
              <a:rPr lang="en-US"/>
              <a:t>Click to edit Master title style</a:t>
            </a:r>
          </a:p>
        </p:txBody>
      </p:sp>
      <p:sp>
        <p:nvSpPr>
          <p:cNvPr id="7" name="Content Placeholder 8">
            <a:extLst>
              <a:ext uri="{FF2B5EF4-FFF2-40B4-BE49-F238E27FC236}">
                <a16:creationId xmlns:a16="http://schemas.microsoft.com/office/drawing/2014/main" id="{C93C2E11-840D-17AF-6302-AC0EBF0770E0}"/>
              </a:ext>
            </a:extLst>
          </p:cNvPr>
          <p:cNvSpPr>
            <a:spLocks noGrp="1"/>
          </p:cNvSpPr>
          <p:nvPr>
            <p:ph sz="quarter" idx="29"/>
          </p:nvPr>
        </p:nvSpPr>
        <p:spPr>
          <a:xfrm>
            <a:off x="341597" y="3028950"/>
            <a:ext cx="5690902" cy="3233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9" name="Content Placeholder 8">
            <a:extLst>
              <a:ext uri="{FF2B5EF4-FFF2-40B4-BE49-F238E27FC236}">
                <a16:creationId xmlns:a16="http://schemas.microsoft.com/office/drawing/2014/main" id="{8E0E353E-900A-2E84-D613-960A67B5AB9B}"/>
              </a:ext>
            </a:extLst>
          </p:cNvPr>
          <p:cNvSpPr>
            <a:spLocks noGrp="1"/>
          </p:cNvSpPr>
          <p:nvPr>
            <p:ph sz="quarter" idx="30"/>
          </p:nvPr>
        </p:nvSpPr>
        <p:spPr>
          <a:xfrm>
            <a:off x="6159497" y="3028950"/>
            <a:ext cx="5690900" cy="323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8" name="Text Placeholder 2">
            <a:extLst>
              <a:ext uri="{FF2B5EF4-FFF2-40B4-BE49-F238E27FC236}">
                <a16:creationId xmlns:a16="http://schemas.microsoft.com/office/drawing/2014/main" id="{1D586140-FD88-890E-C312-4776A405C018}"/>
              </a:ext>
            </a:extLst>
          </p:cNvPr>
          <p:cNvSpPr>
            <a:spLocks noGrp="1"/>
          </p:cNvSpPr>
          <p:nvPr>
            <p:ph type="body" sz="quarter" idx="31"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6444108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F32DA68-0DDD-495B-1567-9D1FBF8068E0}"/>
              </a:ext>
            </a:extLst>
          </p:cNvPr>
          <p:cNvSpPr>
            <a:spLocks noGrp="1"/>
          </p:cNvSpPr>
          <p:nvPr>
            <p:ph type="title"/>
          </p:nvPr>
        </p:nvSpPr>
        <p:spPr/>
        <p:txBody>
          <a:bodyPr>
            <a:noAutofit/>
          </a:bodyPr>
          <a:lstStyle/>
          <a:p>
            <a:r>
              <a:rPr lang="en-US"/>
              <a:t>Click to edit Master title style</a:t>
            </a:r>
            <a:endParaRPr lang="en-US" dirty="0"/>
          </a:p>
        </p:txBody>
      </p:sp>
      <p:sp>
        <p:nvSpPr>
          <p:cNvPr id="9" name="Platshållare för text 2">
            <a:extLst>
              <a:ext uri="{FF2B5EF4-FFF2-40B4-BE49-F238E27FC236}">
                <a16:creationId xmlns:a16="http://schemas.microsoft.com/office/drawing/2014/main" id="{C34D1405-1806-0F3B-E523-C18D27D5780C}"/>
              </a:ext>
            </a:extLst>
          </p:cNvPr>
          <p:cNvSpPr>
            <a:spLocks noGrp="1"/>
          </p:cNvSpPr>
          <p:nvPr>
            <p:ph type="body" idx="14" hasCustomPrompt="1"/>
          </p:nvPr>
        </p:nvSpPr>
        <p:spPr>
          <a:xfrm>
            <a:off x="341313" y="1700213"/>
            <a:ext cx="3751261" cy="576262"/>
          </a:xfrm>
          <a:prstGeom prst="rect">
            <a:avLst/>
          </a:prstGeom>
        </p:spPr>
        <p:txBody>
          <a:bodyPr anchor="b">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28" name="Platshållare för text 2">
            <a:extLst>
              <a:ext uri="{FF2B5EF4-FFF2-40B4-BE49-F238E27FC236}">
                <a16:creationId xmlns:a16="http://schemas.microsoft.com/office/drawing/2014/main" id="{D9E2977C-EF68-461C-3C57-A0A07416AF00}"/>
              </a:ext>
            </a:extLst>
          </p:cNvPr>
          <p:cNvSpPr>
            <a:spLocks noGrp="1"/>
          </p:cNvSpPr>
          <p:nvPr>
            <p:ph type="body" idx="22" hasCustomPrompt="1"/>
          </p:nvPr>
        </p:nvSpPr>
        <p:spPr>
          <a:xfrm>
            <a:off x="4219575" y="1700213"/>
            <a:ext cx="3751263" cy="576262"/>
          </a:xfrm>
          <a:prstGeom prst="rect">
            <a:avLst/>
          </a:prstGeom>
        </p:spPr>
        <p:txBody>
          <a:bodyPr anchor="b">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30" name="Platshållare för text 2">
            <a:extLst>
              <a:ext uri="{FF2B5EF4-FFF2-40B4-BE49-F238E27FC236}">
                <a16:creationId xmlns:a16="http://schemas.microsoft.com/office/drawing/2014/main" id="{A3B6B719-C083-134A-1CA7-E5E0AF988232}"/>
              </a:ext>
            </a:extLst>
          </p:cNvPr>
          <p:cNvSpPr>
            <a:spLocks noGrp="1"/>
          </p:cNvSpPr>
          <p:nvPr>
            <p:ph type="body" idx="24" hasCustomPrompt="1"/>
          </p:nvPr>
        </p:nvSpPr>
        <p:spPr>
          <a:xfrm>
            <a:off x="8096346" y="1700213"/>
            <a:ext cx="3752754" cy="576262"/>
          </a:xfrm>
          <a:prstGeom prst="rect">
            <a:avLst/>
          </a:prstGeom>
        </p:spPr>
        <p:txBody>
          <a:bodyPr anchor="b">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19" name="Text Placeholder 18">
            <a:extLst>
              <a:ext uri="{FF2B5EF4-FFF2-40B4-BE49-F238E27FC236}">
                <a16:creationId xmlns:a16="http://schemas.microsoft.com/office/drawing/2014/main" id="{FFBEC076-831A-F009-922F-75619323E685}"/>
              </a:ext>
            </a:extLst>
          </p:cNvPr>
          <p:cNvSpPr>
            <a:spLocks noGrp="1"/>
          </p:cNvSpPr>
          <p:nvPr>
            <p:ph type="body" sz="quarter" idx="17" hasCustomPrompt="1"/>
          </p:nvPr>
        </p:nvSpPr>
        <p:spPr>
          <a:xfrm>
            <a:off x="330740" y="1514740"/>
            <a:ext cx="3765600" cy="45719"/>
          </a:xfrm>
          <a:prstGeom prst="roundRect">
            <a:avLst>
              <a:gd name="adj" fmla="val 50000"/>
            </a:avLst>
          </a:prstGeom>
          <a:solidFill>
            <a:schemeClr val="accent4"/>
          </a:solidFill>
        </p:spPr>
        <p:txBody>
          <a:bodyPr>
            <a:noAutofit/>
          </a:bodyPr>
          <a:lstStyle>
            <a:lvl1pPr marL="162000" indent="0">
              <a:buNone/>
              <a:defRPr sz="200" spc="0" baseline="0">
                <a:solidFill>
                  <a:schemeClr val="tx1">
                    <a:alpha val="0"/>
                  </a:schemeClr>
                </a:solidFill>
              </a:defRPr>
            </a:lvl1pPr>
          </a:lstStyle>
          <a:p>
            <a:pPr lvl="0"/>
            <a:r>
              <a:rPr lang="en-US"/>
              <a:t> </a:t>
            </a:r>
            <a:endParaRPr lang="en-US" dirty="0"/>
          </a:p>
        </p:txBody>
      </p:sp>
      <p:sp>
        <p:nvSpPr>
          <p:cNvPr id="21" name="Text Placeholder 18">
            <a:extLst>
              <a:ext uri="{FF2B5EF4-FFF2-40B4-BE49-F238E27FC236}">
                <a16:creationId xmlns:a16="http://schemas.microsoft.com/office/drawing/2014/main" id="{D90942E5-8BF9-9418-3D10-18FF9F41ACE8}"/>
              </a:ext>
            </a:extLst>
          </p:cNvPr>
          <p:cNvSpPr>
            <a:spLocks noGrp="1"/>
          </p:cNvSpPr>
          <p:nvPr>
            <p:ph type="body" sz="quarter" idx="18" hasCustomPrompt="1"/>
          </p:nvPr>
        </p:nvSpPr>
        <p:spPr>
          <a:xfrm>
            <a:off x="4212075" y="1514740"/>
            <a:ext cx="3765600" cy="45719"/>
          </a:xfrm>
          <a:prstGeom prst="roundRect">
            <a:avLst>
              <a:gd name="adj" fmla="val 50000"/>
            </a:avLst>
          </a:prstGeom>
          <a:solidFill>
            <a:schemeClr val="accent4"/>
          </a:solidFill>
        </p:spPr>
        <p:txBody>
          <a:bodyPr>
            <a:noAutofit/>
          </a:bodyPr>
          <a:lstStyle>
            <a:lvl1pPr marL="162000" indent="0">
              <a:buNone/>
              <a:defRPr sz="200" spc="0" baseline="0">
                <a:solidFill>
                  <a:schemeClr val="tx1">
                    <a:alpha val="0"/>
                  </a:schemeClr>
                </a:solidFill>
              </a:defRPr>
            </a:lvl1pPr>
          </a:lstStyle>
          <a:p>
            <a:pPr lvl="0"/>
            <a:r>
              <a:rPr lang="en-US"/>
              <a:t> </a:t>
            </a:r>
            <a:endParaRPr lang="en-US" dirty="0"/>
          </a:p>
        </p:txBody>
      </p:sp>
      <p:sp>
        <p:nvSpPr>
          <p:cNvPr id="22" name="Text Placeholder 18">
            <a:extLst>
              <a:ext uri="{FF2B5EF4-FFF2-40B4-BE49-F238E27FC236}">
                <a16:creationId xmlns:a16="http://schemas.microsoft.com/office/drawing/2014/main" id="{A193B36F-1095-1637-E2A2-38C35BC26EC6}"/>
              </a:ext>
            </a:extLst>
          </p:cNvPr>
          <p:cNvSpPr>
            <a:spLocks noGrp="1"/>
          </p:cNvSpPr>
          <p:nvPr>
            <p:ph type="body" sz="quarter" idx="19" hasCustomPrompt="1"/>
          </p:nvPr>
        </p:nvSpPr>
        <p:spPr>
          <a:xfrm>
            <a:off x="8090337" y="1514688"/>
            <a:ext cx="3758763" cy="45823"/>
          </a:xfrm>
          <a:prstGeom prst="roundRect">
            <a:avLst>
              <a:gd name="adj" fmla="val 50000"/>
            </a:avLst>
          </a:prstGeom>
          <a:solidFill>
            <a:schemeClr val="accent4"/>
          </a:solidFill>
        </p:spPr>
        <p:txBody>
          <a:bodyPr>
            <a:noAutofit/>
          </a:bodyPr>
          <a:lstStyle>
            <a:lvl1pPr marL="162000" indent="0">
              <a:buNone/>
              <a:defRPr sz="200" spc="0" baseline="0">
                <a:solidFill>
                  <a:schemeClr val="tx1">
                    <a:alpha val="0"/>
                  </a:schemeClr>
                </a:solidFill>
              </a:defRPr>
            </a:lvl1pPr>
          </a:lstStyle>
          <a:p>
            <a:pPr lvl="0"/>
            <a:r>
              <a:rPr lang="en-US"/>
              <a:t> </a:t>
            </a:r>
            <a:endParaRPr lang="en-US" dirty="0"/>
          </a:p>
        </p:txBody>
      </p:sp>
      <p:sp>
        <p:nvSpPr>
          <p:cNvPr id="5" name="Date Placeholder 4">
            <a:extLst>
              <a:ext uri="{FF2B5EF4-FFF2-40B4-BE49-F238E27FC236}">
                <a16:creationId xmlns:a16="http://schemas.microsoft.com/office/drawing/2014/main" id="{A2058840-6194-6363-932C-F87A2DE7D309}"/>
              </a:ext>
            </a:extLst>
          </p:cNvPr>
          <p:cNvSpPr>
            <a:spLocks noGrp="1"/>
          </p:cNvSpPr>
          <p:nvPr>
            <p:ph type="dt" sz="half" idx="25"/>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4FD7AB51-C190-439D-39CE-8D2059921E57}"/>
              </a:ext>
            </a:extLst>
          </p:cNvPr>
          <p:cNvSpPr>
            <a:spLocks noGrp="1"/>
          </p:cNvSpPr>
          <p:nvPr>
            <p:ph type="ftr" sz="quarter" idx="26"/>
          </p:nvPr>
        </p:nvSpPr>
        <p:spPr/>
        <p:txBody>
          <a:bodyPr/>
          <a:lstStyle/>
          <a:p>
            <a:r>
              <a:rPr lang="en-US"/>
              <a:t>Confidential / internal tag</a:t>
            </a:r>
            <a:endParaRPr lang="en-US" dirty="0"/>
          </a:p>
        </p:txBody>
      </p:sp>
      <p:sp>
        <p:nvSpPr>
          <p:cNvPr id="7" name="Slide Number Placeholder 6">
            <a:extLst>
              <a:ext uri="{FF2B5EF4-FFF2-40B4-BE49-F238E27FC236}">
                <a16:creationId xmlns:a16="http://schemas.microsoft.com/office/drawing/2014/main" id="{87175E87-66FF-85C1-DB08-92BBB7E078F0}"/>
              </a:ext>
            </a:extLst>
          </p:cNvPr>
          <p:cNvSpPr>
            <a:spLocks noGrp="1"/>
          </p:cNvSpPr>
          <p:nvPr>
            <p:ph type="sldNum" sz="quarter" idx="27"/>
          </p:nvPr>
        </p:nvSpPr>
        <p:spPr/>
        <p:txBody>
          <a:bodyPr/>
          <a:lstStyle/>
          <a:p>
            <a:pPr algn="r"/>
            <a:fld id="{AE086683-F536-42AB-ABBC-F4803DFE8DBC}" type="slidenum">
              <a:rPr lang="en-US" smtClean="0"/>
              <a:pPr algn="r"/>
              <a:t>‹#›</a:t>
            </a:fld>
            <a:endParaRPr lang="en-US" dirty="0"/>
          </a:p>
        </p:txBody>
      </p:sp>
      <p:sp>
        <p:nvSpPr>
          <p:cNvPr id="8" name="Content Placeholder 8">
            <a:extLst>
              <a:ext uri="{FF2B5EF4-FFF2-40B4-BE49-F238E27FC236}">
                <a16:creationId xmlns:a16="http://schemas.microsoft.com/office/drawing/2014/main" id="{22273EDA-BB03-7AEC-045E-661852E9C07C}"/>
              </a:ext>
            </a:extLst>
          </p:cNvPr>
          <p:cNvSpPr>
            <a:spLocks noGrp="1"/>
          </p:cNvSpPr>
          <p:nvPr>
            <p:ph sz="quarter" idx="31"/>
          </p:nvPr>
        </p:nvSpPr>
        <p:spPr>
          <a:xfrm>
            <a:off x="341313" y="2357438"/>
            <a:ext cx="3751261" cy="3233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11" name="Content Placeholder 8">
            <a:extLst>
              <a:ext uri="{FF2B5EF4-FFF2-40B4-BE49-F238E27FC236}">
                <a16:creationId xmlns:a16="http://schemas.microsoft.com/office/drawing/2014/main" id="{D6F32318-10F0-96EC-A02A-6E8BD8D0A0FF}"/>
              </a:ext>
            </a:extLst>
          </p:cNvPr>
          <p:cNvSpPr>
            <a:spLocks noGrp="1"/>
          </p:cNvSpPr>
          <p:nvPr>
            <p:ph sz="quarter" idx="32"/>
          </p:nvPr>
        </p:nvSpPr>
        <p:spPr>
          <a:xfrm>
            <a:off x="4219575" y="2357438"/>
            <a:ext cx="3751261" cy="323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12" name="Content Placeholder 8">
            <a:extLst>
              <a:ext uri="{FF2B5EF4-FFF2-40B4-BE49-F238E27FC236}">
                <a16:creationId xmlns:a16="http://schemas.microsoft.com/office/drawing/2014/main" id="{4E4CBE43-340B-5D5A-6D31-ED575AE2824C}"/>
              </a:ext>
            </a:extLst>
          </p:cNvPr>
          <p:cNvSpPr>
            <a:spLocks noGrp="1"/>
          </p:cNvSpPr>
          <p:nvPr>
            <p:ph sz="quarter" idx="33"/>
          </p:nvPr>
        </p:nvSpPr>
        <p:spPr>
          <a:xfrm>
            <a:off x="8096347" y="2357438"/>
            <a:ext cx="3751261" cy="323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2" name="Text Placeholder 2">
            <a:extLst>
              <a:ext uri="{FF2B5EF4-FFF2-40B4-BE49-F238E27FC236}">
                <a16:creationId xmlns:a16="http://schemas.microsoft.com/office/drawing/2014/main" id="{64A67197-246E-2564-388E-E37A50B2A2EE}"/>
              </a:ext>
            </a:extLst>
          </p:cNvPr>
          <p:cNvSpPr>
            <a:spLocks noGrp="1"/>
          </p:cNvSpPr>
          <p:nvPr>
            <p:ph type="body" sz="quarter" idx="3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2275238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lumn with fotnot/data source">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F32DA68-0DDD-495B-1567-9D1FBF8068E0}"/>
              </a:ext>
            </a:extLst>
          </p:cNvPr>
          <p:cNvSpPr>
            <a:spLocks noGrp="1"/>
          </p:cNvSpPr>
          <p:nvPr>
            <p:ph type="title"/>
          </p:nvPr>
        </p:nvSpPr>
        <p:spPr/>
        <p:txBody>
          <a:bodyPr>
            <a:noAutofit/>
          </a:bodyPr>
          <a:lstStyle/>
          <a:p>
            <a:r>
              <a:rPr lang="en-US"/>
              <a:t>Click to edit Master title style</a:t>
            </a:r>
            <a:endParaRPr lang="en-US" dirty="0"/>
          </a:p>
        </p:txBody>
      </p:sp>
      <p:sp>
        <p:nvSpPr>
          <p:cNvPr id="6" name="Platshållare för text 2">
            <a:extLst>
              <a:ext uri="{FF2B5EF4-FFF2-40B4-BE49-F238E27FC236}">
                <a16:creationId xmlns:a16="http://schemas.microsoft.com/office/drawing/2014/main" id="{C242A940-03E3-9A04-81EE-EF3AFA42AFCA}"/>
              </a:ext>
            </a:extLst>
          </p:cNvPr>
          <p:cNvSpPr>
            <a:spLocks noGrp="1"/>
          </p:cNvSpPr>
          <p:nvPr>
            <p:ph type="body" idx="14" hasCustomPrompt="1"/>
          </p:nvPr>
        </p:nvSpPr>
        <p:spPr>
          <a:xfrm>
            <a:off x="341314" y="1700213"/>
            <a:ext cx="2776314" cy="576262"/>
          </a:xfrm>
          <a:prstGeom prst="rect">
            <a:avLst/>
          </a:prstGeom>
        </p:spPr>
        <p:txBody>
          <a:bodyPr anchor="b">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8" name="Text Placeholder 18">
            <a:extLst>
              <a:ext uri="{FF2B5EF4-FFF2-40B4-BE49-F238E27FC236}">
                <a16:creationId xmlns:a16="http://schemas.microsoft.com/office/drawing/2014/main" id="{101A9797-BAAA-245F-F268-6D9223C8AAC1}"/>
              </a:ext>
            </a:extLst>
          </p:cNvPr>
          <p:cNvSpPr>
            <a:spLocks noGrp="1"/>
          </p:cNvSpPr>
          <p:nvPr>
            <p:ph type="body" sz="quarter" idx="17" hasCustomPrompt="1"/>
          </p:nvPr>
        </p:nvSpPr>
        <p:spPr>
          <a:xfrm>
            <a:off x="330740" y="1514740"/>
            <a:ext cx="2786926" cy="45719"/>
          </a:xfrm>
          <a:prstGeom prst="roundRect">
            <a:avLst>
              <a:gd name="adj" fmla="val 50000"/>
            </a:avLst>
          </a:prstGeom>
          <a:solidFill>
            <a:schemeClr val="accent4"/>
          </a:solidFill>
        </p:spPr>
        <p:txBody>
          <a:bodyPr>
            <a:noAutofit/>
          </a:bodyPr>
          <a:lstStyle>
            <a:lvl1pPr marL="162000" indent="0">
              <a:buNone/>
              <a:defRPr sz="200">
                <a:solidFill>
                  <a:schemeClr val="tx1">
                    <a:alpha val="0"/>
                  </a:schemeClr>
                </a:solidFill>
              </a:defRPr>
            </a:lvl1pPr>
          </a:lstStyle>
          <a:p>
            <a:pPr lvl="0"/>
            <a:r>
              <a:rPr lang="en-US"/>
              <a:t> </a:t>
            </a:r>
            <a:endParaRPr lang="en-US" dirty="0"/>
          </a:p>
        </p:txBody>
      </p:sp>
      <p:sp>
        <p:nvSpPr>
          <p:cNvPr id="10" name="Platshållare för text 2">
            <a:extLst>
              <a:ext uri="{FF2B5EF4-FFF2-40B4-BE49-F238E27FC236}">
                <a16:creationId xmlns:a16="http://schemas.microsoft.com/office/drawing/2014/main" id="{9C330704-6C21-DFE5-CDAC-405CA16263D1}"/>
              </a:ext>
            </a:extLst>
          </p:cNvPr>
          <p:cNvSpPr>
            <a:spLocks noGrp="1"/>
          </p:cNvSpPr>
          <p:nvPr>
            <p:ph type="body" idx="30" hasCustomPrompt="1"/>
          </p:nvPr>
        </p:nvSpPr>
        <p:spPr>
          <a:xfrm>
            <a:off x="3246282" y="1700213"/>
            <a:ext cx="2776314" cy="576262"/>
          </a:xfrm>
          <a:prstGeom prst="rect">
            <a:avLst/>
          </a:prstGeom>
        </p:spPr>
        <p:txBody>
          <a:bodyPr anchor="b">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12" name="Text Placeholder 18">
            <a:extLst>
              <a:ext uri="{FF2B5EF4-FFF2-40B4-BE49-F238E27FC236}">
                <a16:creationId xmlns:a16="http://schemas.microsoft.com/office/drawing/2014/main" id="{EF3D4C47-ACF8-F8D4-F575-CEAE0C22CB0C}"/>
              </a:ext>
            </a:extLst>
          </p:cNvPr>
          <p:cNvSpPr>
            <a:spLocks noGrp="1"/>
          </p:cNvSpPr>
          <p:nvPr>
            <p:ph type="body" sz="quarter" idx="32" hasCustomPrompt="1"/>
          </p:nvPr>
        </p:nvSpPr>
        <p:spPr>
          <a:xfrm>
            <a:off x="3235708" y="1514740"/>
            <a:ext cx="2786926" cy="45719"/>
          </a:xfrm>
          <a:prstGeom prst="roundRect">
            <a:avLst>
              <a:gd name="adj" fmla="val 50000"/>
            </a:avLst>
          </a:prstGeom>
          <a:solidFill>
            <a:schemeClr val="accent4"/>
          </a:solidFill>
        </p:spPr>
        <p:txBody>
          <a:bodyPr>
            <a:noAutofit/>
          </a:bodyPr>
          <a:lstStyle>
            <a:lvl1pPr marL="162000" indent="0">
              <a:buNone/>
              <a:defRPr sz="200">
                <a:solidFill>
                  <a:schemeClr val="tx1">
                    <a:alpha val="0"/>
                  </a:schemeClr>
                </a:solidFill>
              </a:defRPr>
            </a:lvl1pPr>
          </a:lstStyle>
          <a:p>
            <a:pPr lvl="0"/>
            <a:r>
              <a:rPr lang="en-US"/>
              <a:t> </a:t>
            </a:r>
            <a:endParaRPr lang="en-US" dirty="0"/>
          </a:p>
        </p:txBody>
      </p:sp>
      <p:sp>
        <p:nvSpPr>
          <p:cNvPr id="25" name="Platshållare för text 2">
            <a:extLst>
              <a:ext uri="{FF2B5EF4-FFF2-40B4-BE49-F238E27FC236}">
                <a16:creationId xmlns:a16="http://schemas.microsoft.com/office/drawing/2014/main" id="{225E9783-5B3C-0F63-89C2-D76EF82A0203}"/>
              </a:ext>
            </a:extLst>
          </p:cNvPr>
          <p:cNvSpPr>
            <a:spLocks noGrp="1"/>
          </p:cNvSpPr>
          <p:nvPr>
            <p:ph type="body" idx="33" hasCustomPrompt="1"/>
          </p:nvPr>
        </p:nvSpPr>
        <p:spPr>
          <a:xfrm>
            <a:off x="6154197" y="1700213"/>
            <a:ext cx="2776314" cy="576262"/>
          </a:xfrm>
          <a:prstGeom prst="rect">
            <a:avLst/>
          </a:prstGeom>
        </p:spPr>
        <p:txBody>
          <a:bodyPr anchor="b">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33" name="Text Placeholder 18">
            <a:extLst>
              <a:ext uri="{FF2B5EF4-FFF2-40B4-BE49-F238E27FC236}">
                <a16:creationId xmlns:a16="http://schemas.microsoft.com/office/drawing/2014/main" id="{E0B9E576-FF5D-FB3D-9ED2-D45106C32732}"/>
              </a:ext>
            </a:extLst>
          </p:cNvPr>
          <p:cNvSpPr>
            <a:spLocks noGrp="1"/>
          </p:cNvSpPr>
          <p:nvPr>
            <p:ph type="body" sz="quarter" idx="35" hasCustomPrompt="1"/>
          </p:nvPr>
        </p:nvSpPr>
        <p:spPr>
          <a:xfrm>
            <a:off x="6143623" y="1514740"/>
            <a:ext cx="2786926" cy="45719"/>
          </a:xfrm>
          <a:prstGeom prst="roundRect">
            <a:avLst>
              <a:gd name="adj" fmla="val 50000"/>
            </a:avLst>
          </a:prstGeom>
          <a:solidFill>
            <a:schemeClr val="accent4"/>
          </a:solidFill>
        </p:spPr>
        <p:txBody>
          <a:bodyPr>
            <a:noAutofit/>
          </a:bodyPr>
          <a:lstStyle>
            <a:lvl1pPr marL="162000" indent="0">
              <a:buNone/>
              <a:defRPr sz="200">
                <a:solidFill>
                  <a:schemeClr val="tx1">
                    <a:alpha val="0"/>
                  </a:schemeClr>
                </a:solidFill>
              </a:defRPr>
            </a:lvl1pPr>
          </a:lstStyle>
          <a:p>
            <a:pPr lvl="0"/>
            <a:r>
              <a:rPr lang="en-US"/>
              <a:t> </a:t>
            </a:r>
            <a:endParaRPr lang="en-US" dirty="0"/>
          </a:p>
        </p:txBody>
      </p:sp>
      <p:sp>
        <p:nvSpPr>
          <p:cNvPr id="34" name="Platshållare för text 2">
            <a:extLst>
              <a:ext uri="{FF2B5EF4-FFF2-40B4-BE49-F238E27FC236}">
                <a16:creationId xmlns:a16="http://schemas.microsoft.com/office/drawing/2014/main" id="{70B84892-FB80-05C2-69A3-37D18910AC32}"/>
              </a:ext>
            </a:extLst>
          </p:cNvPr>
          <p:cNvSpPr>
            <a:spLocks noGrp="1"/>
          </p:cNvSpPr>
          <p:nvPr>
            <p:ph type="body" idx="36" hasCustomPrompt="1"/>
          </p:nvPr>
        </p:nvSpPr>
        <p:spPr>
          <a:xfrm>
            <a:off x="9063139" y="1700213"/>
            <a:ext cx="2776314" cy="576262"/>
          </a:xfrm>
          <a:prstGeom prst="rect">
            <a:avLst/>
          </a:prstGeom>
        </p:spPr>
        <p:txBody>
          <a:bodyPr anchor="b">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headline here</a:t>
            </a:r>
          </a:p>
        </p:txBody>
      </p:sp>
      <p:sp>
        <p:nvSpPr>
          <p:cNvPr id="36" name="Text Placeholder 18">
            <a:extLst>
              <a:ext uri="{FF2B5EF4-FFF2-40B4-BE49-F238E27FC236}">
                <a16:creationId xmlns:a16="http://schemas.microsoft.com/office/drawing/2014/main" id="{43DEA4ED-CB32-D49F-7FA7-4BF37290E5A1}"/>
              </a:ext>
            </a:extLst>
          </p:cNvPr>
          <p:cNvSpPr>
            <a:spLocks noGrp="1"/>
          </p:cNvSpPr>
          <p:nvPr>
            <p:ph type="body" sz="quarter" idx="38" hasCustomPrompt="1"/>
          </p:nvPr>
        </p:nvSpPr>
        <p:spPr>
          <a:xfrm>
            <a:off x="9052565" y="1514740"/>
            <a:ext cx="2786926" cy="45719"/>
          </a:xfrm>
          <a:prstGeom prst="roundRect">
            <a:avLst>
              <a:gd name="adj" fmla="val 50000"/>
            </a:avLst>
          </a:prstGeom>
          <a:solidFill>
            <a:schemeClr val="accent4"/>
          </a:solidFill>
        </p:spPr>
        <p:txBody>
          <a:bodyPr>
            <a:noAutofit/>
          </a:bodyPr>
          <a:lstStyle>
            <a:lvl1pPr marL="162000" indent="0">
              <a:buNone/>
              <a:defRPr sz="200">
                <a:solidFill>
                  <a:schemeClr val="tx1">
                    <a:alpha val="0"/>
                  </a:schemeClr>
                </a:solidFill>
              </a:defRPr>
            </a:lvl1pPr>
          </a:lstStyle>
          <a:p>
            <a:pPr lvl="0"/>
            <a:r>
              <a:rPr lang="en-US"/>
              <a:t> </a:t>
            </a:r>
            <a:endParaRPr lang="en-US" dirty="0"/>
          </a:p>
        </p:txBody>
      </p:sp>
      <p:sp>
        <p:nvSpPr>
          <p:cNvPr id="5" name="Date Placeholder 4">
            <a:extLst>
              <a:ext uri="{FF2B5EF4-FFF2-40B4-BE49-F238E27FC236}">
                <a16:creationId xmlns:a16="http://schemas.microsoft.com/office/drawing/2014/main" id="{44441BFC-58FC-20C5-545B-0B1382488ED3}"/>
              </a:ext>
            </a:extLst>
          </p:cNvPr>
          <p:cNvSpPr>
            <a:spLocks noGrp="1"/>
          </p:cNvSpPr>
          <p:nvPr>
            <p:ph type="dt" sz="half" idx="43"/>
          </p:nvPr>
        </p:nvSpPr>
        <p:spPr/>
        <p:txBody>
          <a:bodyPr/>
          <a:lstStyle/>
          <a:p>
            <a:r>
              <a:rPr lang="en-US"/>
              <a:t>Date</a:t>
            </a:r>
            <a:endParaRPr lang="en-US" dirty="0"/>
          </a:p>
        </p:txBody>
      </p:sp>
      <p:sp>
        <p:nvSpPr>
          <p:cNvPr id="16" name="Footer Placeholder 15">
            <a:extLst>
              <a:ext uri="{FF2B5EF4-FFF2-40B4-BE49-F238E27FC236}">
                <a16:creationId xmlns:a16="http://schemas.microsoft.com/office/drawing/2014/main" id="{56B01424-6894-AD4A-B6C1-32169BD26DBF}"/>
              </a:ext>
            </a:extLst>
          </p:cNvPr>
          <p:cNvSpPr>
            <a:spLocks noGrp="1"/>
          </p:cNvSpPr>
          <p:nvPr>
            <p:ph type="ftr" sz="quarter" idx="44"/>
          </p:nvPr>
        </p:nvSpPr>
        <p:spPr/>
        <p:txBody>
          <a:bodyPr/>
          <a:lstStyle/>
          <a:p>
            <a:r>
              <a:rPr lang="en-US"/>
              <a:t>Confidential / internal tag</a:t>
            </a:r>
            <a:endParaRPr lang="en-US" dirty="0"/>
          </a:p>
        </p:txBody>
      </p:sp>
      <p:sp>
        <p:nvSpPr>
          <p:cNvPr id="18" name="Slide Number Placeholder 17">
            <a:extLst>
              <a:ext uri="{FF2B5EF4-FFF2-40B4-BE49-F238E27FC236}">
                <a16:creationId xmlns:a16="http://schemas.microsoft.com/office/drawing/2014/main" id="{B50ADF1B-1914-9FB2-E7A4-2C8AC1A56105}"/>
              </a:ext>
            </a:extLst>
          </p:cNvPr>
          <p:cNvSpPr>
            <a:spLocks noGrp="1"/>
          </p:cNvSpPr>
          <p:nvPr>
            <p:ph type="sldNum" sz="quarter" idx="45"/>
          </p:nvPr>
        </p:nvSpPr>
        <p:spPr/>
        <p:txBody>
          <a:bodyPr/>
          <a:lstStyle/>
          <a:p>
            <a:pPr algn="r"/>
            <a:fld id="{AE086683-F536-42AB-ABBC-F4803DFE8DBC}" type="slidenum">
              <a:rPr lang="en-US" smtClean="0"/>
              <a:pPr algn="r"/>
              <a:t>‹#›</a:t>
            </a:fld>
            <a:endParaRPr lang="en-US" dirty="0"/>
          </a:p>
        </p:txBody>
      </p:sp>
      <p:sp>
        <p:nvSpPr>
          <p:cNvPr id="7" name="Content Placeholder 8">
            <a:extLst>
              <a:ext uri="{FF2B5EF4-FFF2-40B4-BE49-F238E27FC236}">
                <a16:creationId xmlns:a16="http://schemas.microsoft.com/office/drawing/2014/main" id="{012CDDDC-27D7-4E58-6995-9023CE016046}"/>
              </a:ext>
            </a:extLst>
          </p:cNvPr>
          <p:cNvSpPr>
            <a:spLocks noGrp="1"/>
          </p:cNvSpPr>
          <p:nvPr>
            <p:ph sz="quarter" idx="48"/>
          </p:nvPr>
        </p:nvSpPr>
        <p:spPr>
          <a:xfrm>
            <a:off x="341312" y="2357439"/>
            <a:ext cx="2782888" cy="25622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11" name="Content Placeholder 8">
            <a:extLst>
              <a:ext uri="{FF2B5EF4-FFF2-40B4-BE49-F238E27FC236}">
                <a16:creationId xmlns:a16="http://schemas.microsoft.com/office/drawing/2014/main" id="{60D54FD9-B5FF-EBD8-F8D8-68C7A0BEFA2F}"/>
              </a:ext>
            </a:extLst>
          </p:cNvPr>
          <p:cNvSpPr>
            <a:spLocks noGrp="1"/>
          </p:cNvSpPr>
          <p:nvPr>
            <p:ph sz="quarter" idx="49"/>
          </p:nvPr>
        </p:nvSpPr>
        <p:spPr>
          <a:xfrm>
            <a:off x="3250779" y="2357438"/>
            <a:ext cx="2776314"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20" name="Content Placeholder 8">
            <a:extLst>
              <a:ext uri="{FF2B5EF4-FFF2-40B4-BE49-F238E27FC236}">
                <a16:creationId xmlns:a16="http://schemas.microsoft.com/office/drawing/2014/main" id="{250046AF-CC9B-9533-3E3D-2DA7F88900A3}"/>
              </a:ext>
            </a:extLst>
          </p:cNvPr>
          <p:cNvSpPr>
            <a:spLocks noGrp="1"/>
          </p:cNvSpPr>
          <p:nvPr>
            <p:ph sz="quarter" idx="50"/>
          </p:nvPr>
        </p:nvSpPr>
        <p:spPr>
          <a:xfrm>
            <a:off x="6153672" y="2357439"/>
            <a:ext cx="2782888"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21" name="Content Placeholder 8">
            <a:extLst>
              <a:ext uri="{FF2B5EF4-FFF2-40B4-BE49-F238E27FC236}">
                <a16:creationId xmlns:a16="http://schemas.microsoft.com/office/drawing/2014/main" id="{AA7C56FA-5718-1BC0-4F1F-DFD3D5C5804D}"/>
              </a:ext>
            </a:extLst>
          </p:cNvPr>
          <p:cNvSpPr>
            <a:spLocks noGrp="1"/>
          </p:cNvSpPr>
          <p:nvPr>
            <p:ph sz="quarter" idx="51"/>
          </p:nvPr>
        </p:nvSpPr>
        <p:spPr>
          <a:xfrm>
            <a:off x="9063139" y="2357438"/>
            <a:ext cx="2776314"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2" name="Text Placeholder 2">
            <a:extLst>
              <a:ext uri="{FF2B5EF4-FFF2-40B4-BE49-F238E27FC236}">
                <a16:creationId xmlns:a16="http://schemas.microsoft.com/office/drawing/2014/main" id="{B0923E20-8E48-40C9-809E-2FE26F60F1D4}"/>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7777588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Bulletpoint slide with image">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41785CA3-D21A-FB22-94B8-1C3AD1F4CF34}"/>
              </a:ext>
            </a:extLst>
          </p:cNvPr>
          <p:cNvSpPr>
            <a:spLocks noGrp="1"/>
          </p:cNvSpPr>
          <p:nvPr>
            <p:ph type="title"/>
          </p:nvPr>
        </p:nvSpPr>
        <p:spPr>
          <a:xfrm>
            <a:off x="341313" y="341313"/>
            <a:ext cx="4730369" cy="546099"/>
          </a:xfrm>
        </p:spPr>
        <p:txBody>
          <a:bodyPr>
            <a:noAutofit/>
          </a:bodyPr>
          <a:lstStyle/>
          <a:p>
            <a:r>
              <a:rPr lang="en-US"/>
              <a:t>Click to edit Master title style</a:t>
            </a:r>
            <a:endParaRPr lang="en-US" dirty="0"/>
          </a:p>
        </p:txBody>
      </p:sp>
      <p:sp>
        <p:nvSpPr>
          <p:cNvPr id="4" name="Picture Placeholder 9">
            <a:extLst>
              <a:ext uri="{FF2B5EF4-FFF2-40B4-BE49-F238E27FC236}">
                <a16:creationId xmlns:a16="http://schemas.microsoft.com/office/drawing/2014/main" id="{36C9E59B-8806-1210-BE2E-351FA641D2DB}"/>
              </a:ext>
            </a:extLst>
          </p:cNvPr>
          <p:cNvSpPr>
            <a:spLocks noGrp="1"/>
          </p:cNvSpPr>
          <p:nvPr>
            <p:ph type="pic" sz="quarter" idx="15" hasCustomPrompt="1"/>
          </p:nvPr>
        </p:nvSpPr>
        <p:spPr>
          <a:xfrm>
            <a:off x="6157913" y="341313"/>
            <a:ext cx="5691187" cy="5921376"/>
          </a:xfrm>
          <a:noFill/>
        </p:spPr>
        <p:txBody>
          <a:bodyPr lIns="0" tIns="216000" anchor="t" anchorCtr="1">
            <a:normAutofit/>
          </a:bodyPr>
          <a:lstStyle>
            <a:lvl1pPr marL="0" indent="0">
              <a:buNone/>
              <a:defRPr sz="1200">
                <a:solidFill>
                  <a:sysClr val="windowText" lastClr="000000"/>
                </a:solidFill>
              </a:defRPr>
            </a:lvl1pPr>
          </a:lstStyle>
          <a:p>
            <a:r>
              <a:rPr lang="en-US" noProof="0"/>
              <a:t>Click the icon to insert an image</a:t>
            </a:r>
            <a:endParaRPr lang="en-US" noProof="0" dirty="0"/>
          </a:p>
        </p:txBody>
      </p:sp>
      <p:sp>
        <p:nvSpPr>
          <p:cNvPr id="10" name="TextBox 9">
            <a:extLst>
              <a:ext uri="{FF2B5EF4-FFF2-40B4-BE49-F238E27FC236}">
                <a16:creationId xmlns:a16="http://schemas.microsoft.com/office/drawing/2014/main" id="{F7CF948A-3BE4-3770-33CE-13A45CB37B2F}"/>
              </a:ext>
            </a:extLst>
          </p:cNvPr>
          <p:cNvSpPr txBox="1"/>
          <p:nvPr userDrawn="1"/>
        </p:nvSpPr>
        <p:spPr>
          <a:xfrm>
            <a:off x="332169" y="6435512"/>
            <a:ext cx="2567442" cy="177162"/>
          </a:xfrm>
          <a:prstGeom prst="rect">
            <a:avLst/>
          </a:prstGeom>
        </p:spPr>
        <p:txBody>
          <a:bodyPr vert="horz" lIns="0" tIns="0" rIns="0" bIns="0" rtlCol="0" anchor="t">
            <a:noAutofit/>
          </a:bodyPr>
          <a:lstStyle>
            <a:defPPr>
              <a:defRPr lang="sv-SE"/>
            </a:defPPr>
            <a:lvl1pPr>
              <a:defRPr sz="1000">
                <a:solidFill>
                  <a:schemeClr val="tx2"/>
                </a:solidFill>
              </a:defRPr>
            </a:lvl1pPr>
          </a:lstStyle>
          <a:p>
            <a:pPr lvl="0"/>
            <a:r>
              <a:rPr lang="en-US">
                <a:solidFill>
                  <a:srgbClr val="505055"/>
                </a:solidFill>
              </a:rPr>
              <a:t>© Bangkok Bank</a:t>
            </a:r>
            <a:endParaRPr lang="en-US" dirty="0">
              <a:solidFill>
                <a:srgbClr val="505055"/>
              </a:solidFill>
            </a:endParaRPr>
          </a:p>
        </p:txBody>
      </p:sp>
      <p:sp>
        <p:nvSpPr>
          <p:cNvPr id="12" name="Date Placeholder 11">
            <a:extLst>
              <a:ext uri="{FF2B5EF4-FFF2-40B4-BE49-F238E27FC236}">
                <a16:creationId xmlns:a16="http://schemas.microsoft.com/office/drawing/2014/main" id="{BC14D70D-7473-21C0-7428-7120485A3132}"/>
              </a:ext>
            </a:extLst>
          </p:cNvPr>
          <p:cNvSpPr>
            <a:spLocks noGrp="1"/>
          </p:cNvSpPr>
          <p:nvPr>
            <p:ph type="dt" sz="half" idx="25"/>
          </p:nvPr>
        </p:nvSpPr>
        <p:spPr/>
        <p:txBody>
          <a:bodyPr/>
          <a:lstStyle/>
          <a:p>
            <a:r>
              <a:rPr lang="en-US"/>
              <a:t>Date</a:t>
            </a:r>
            <a:endParaRPr lang="en-US" dirty="0"/>
          </a:p>
        </p:txBody>
      </p:sp>
      <p:sp>
        <p:nvSpPr>
          <p:cNvPr id="13" name="Footer Placeholder 12">
            <a:extLst>
              <a:ext uri="{FF2B5EF4-FFF2-40B4-BE49-F238E27FC236}">
                <a16:creationId xmlns:a16="http://schemas.microsoft.com/office/drawing/2014/main" id="{4CF1E9B1-7F90-AD81-AB86-F178A265223A}"/>
              </a:ext>
            </a:extLst>
          </p:cNvPr>
          <p:cNvSpPr>
            <a:spLocks noGrp="1"/>
          </p:cNvSpPr>
          <p:nvPr>
            <p:ph type="ftr" sz="quarter" idx="26"/>
          </p:nvPr>
        </p:nvSpPr>
        <p:spPr/>
        <p:txBody>
          <a:bodyPr/>
          <a:lstStyle/>
          <a:p>
            <a:r>
              <a:rPr lang="en-US"/>
              <a:t>Confidential / internal tag</a:t>
            </a:r>
            <a:endParaRPr lang="en-US" dirty="0"/>
          </a:p>
        </p:txBody>
      </p:sp>
      <p:sp>
        <p:nvSpPr>
          <p:cNvPr id="14" name="Slide Number Placeholder 13">
            <a:extLst>
              <a:ext uri="{FF2B5EF4-FFF2-40B4-BE49-F238E27FC236}">
                <a16:creationId xmlns:a16="http://schemas.microsoft.com/office/drawing/2014/main" id="{9D80071B-F04B-CF90-22DF-F08B9AC8C6A3}"/>
              </a:ext>
            </a:extLst>
          </p:cNvPr>
          <p:cNvSpPr>
            <a:spLocks noGrp="1"/>
          </p:cNvSpPr>
          <p:nvPr>
            <p:ph type="sldNum" sz="quarter" idx="27"/>
          </p:nvPr>
        </p:nvSpPr>
        <p:spPr/>
        <p:txBody>
          <a:bodyPr/>
          <a:lstStyle/>
          <a:p>
            <a:pPr algn="r"/>
            <a:fld id="{AE086683-F536-42AB-ABBC-F4803DFE8DBC}" type="slidenum">
              <a:rPr lang="en-US" smtClean="0"/>
              <a:pPr algn="r"/>
              <a:t>‹#›</a:t>
            </a:fld>
            <a:endParaRPr lang="en-US" dirty="0"/>
          </a:p>
        </p:txBody>
      </p:sp>
      <p:sp>
        <p:nvSpPr>
          <p:cNvPr id="2" name="Text Placeholder 2">
            <a:extLst>
              <a:ext uri="{FF2B5EF4-FFF2-40B4-BE49-F238E27FC236}">
                <a16:creationId xmlns:a16="http://schemas.microsoft.com/office/drawing/2014/main" id="{22474C5F-7EBD-6FDE-69FB-683D65332556}"/>
              </a:ext>
            </a:extLst>
          </p:cNvPr>
          <p:cNvSpPr>
            <a:spLocks noGrp="1"/>
          </p:cNvSpPr>
          <p:nvPr>
            <p:ph type="body" sz="quarter" idx="20"/>
          </p:nvPr>
        </p:nvSpPr>
        <p:spPr>
          <a:xfrm>
            <a:off x="347946" y="1012825"/>
            <a:ext cx="4714592" cy="1263650"/>
          </a:xfrm>
        </p:spPr>
        <p:txBody>
          <a:bodyPr>
            <a:noAutofit/>
          </a:bodyPr>
          <a:lstStyle>
            <a:lvl1pPr marL="0" indent="0">
              <a:lnSpc>
                <a:spcPts val="2500"/>
              </a:lnSpc>
              <a:buNone/>
              <a:defRPr sz="2000">
                <a:solidFill>
                  <a:schemeClr val="tx1"/>
                </a:solidFill>
              </a:defRPr>
            </a:lvl1pPr>
            <a:lvl2pPr marL="176213" indent="0">
              <a:buNone/>
              <a:defRPr/>
            </a:lvl2pPr>
          </a:lstStyle>
          <a:p>
            <a:pPr lvl="0"/>
            <a:r>
              <a:rPr lang="en-US" dirty="0"/>
              <a:t>Click to edit Master text styles</a:t>
            </a:r>
          </a:p>
        </p:txBody>
      </p:sp>
      <p:sp>
        <p:nvSpPr>
          <p:cNvPr id="5" name="Content Placeholder 8">
            <a:extLst>
              <a:ext uri="{FF2B5EF4-FFF2-40B4-BE49-F238E27FC236}">
                <a16:creationId xmlns:a16="http://schemas.microsoft.com/office/drawing/2014/main" id="{94CE2775-2F2B-EA92-EFC7-E909FDA5CFB0}"/>
              </a:ext>
            </a:extLst>
          </p:cNvPr>
          <p:cNvSpPr>
            <a:spLocks noGrp="1"/>
          </p:cNvSpPr>
          <p:nvPr>
            <p:ph sz="quarter" idx="29"/>
          </p:nvPr>
        </p:nvSpPr>
        <p:spPr>
          <a:xfrm>
            <a:off x="341597" y="3028950"/>
            <a:ext cx="4714592" cy="3233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3" name="Text Placeholder 2">
            <a:extLst>
              <a:ext uri="{FF2B5EF4-FFF2-40B4-BE49-F238E27FC236}">
                <a16:creationId xmlns:a16="http://schemas.microsoft.com/office/drawing/2014/main" id="{E22F99EE-FB9E-8152-E79E-56134D292F15}"/>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2129790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 slide with image">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1C6D7684-9779-DA4A-4FB0-FE330484253F}"/>
              </a:ext>
            </a:extLst>
          </p:cNvPr>
          <p:cNvSpPr>
            <a:spLocks noGrp="1"/>
          </p:cNvSpPr>
          <p:nvPr>
            <p:ph type="pic" sz="quarter" idx="28" hasCustomPrompt="1"/>
          </p:nvPr>
        </p:nvSpPr>
        <p:spPr>
          <a:xfrm>
            <a:off x="4219575" y="1700214"/>
            <a:ext cx="3740159" cy="2547938"/>
          </a:xfrm>
          <a:noFill/>
        </p:spPr>
        <p:txBody>
          <a:bodyPr vert="horz" lIns="0" tIns="216000" rIns="0" bIns="0" rtlCol="0" anchor="t" anchorCtr="1">
            <a:normAutofit/>
          </a:bodyPr>
          <a:lstStyle>
            <a:lvl1pPr marL="0" indent="0">
              <a:buNone/>
              <a:defRPr lang="en-US" sz="1200">
                <a:solidFill>
                  <a:sysClr val="windowText" lastClr="000000"/>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28" name="Platshållare för text 2">
            <a:extLst>
              <a:ext uri="{FF2B5EF4-FFF2-40B4-BE49-F238E27FC236}">
                <a16:creationId xmlns:a16="http://schemas.microsoft.com/office/drawing/2014/main" id="{D9E2977C-EF68-461C-3C57-A0A07416AF00}"/>
              </a:ext>
            </a:extLst>
          </p:cNvPr>
          <p:cNvSpPr>
            <a:spLocks noGrp="1"/>
          </p:cNvSpPr>
          <p:nvPr>
            <p:ph type="body" idx="22" hasCustomPrompt="1"/>
          </p:nvPr>
        </p:nvSpPr>
        <p:spPr>
          <a:xfrm>
            <a:off x="4230678" y="4373562"/>
            <a:ext cx="3740159" cy="351041"/>
          </a:xfrm>
          <a:prstGeom prst="rect">
            <a:avLst/>
          </a:prstGeom>
        </p:spPr>
        <p:txBody>
          <a:bodyPr anchor="t">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headline here</a:t>
            </a:r>
          </a:p>
        </p:txBody>
      </p:sp>
      <p:sp>
        <p:nvSpPr>
          <p:cNvPr id="16" name="Picture Placeholder 12">
            <a:extLst>
              <a:ext uri="{FF2B5EF4-FFF2-40B4-BE49-F238E27FC236}">
                <a16:creationId xmlns:a16="http://schemas.microsoft.com/office/drawing/2014/main" id="{39434C90-3BA7-D9AF-E365-45FD0D5F9758}"/>
              </a:ext>
            </a:extLst>
          </p:cNvPr>
          <p:cNvSpPr>
            <a:spLocks noGrp="1"/>
          </p:cNvSpPr>
          <p:nvPr>
            <p:ph type="pic" sz="quarter" idx="29" hasCustomPrompt="1"/>
          </p:nvPr>
        </p:nvSpPr>
        <p:spPr>
          <a:xfrm>
            <a:off x="8108940" y="1700213"/>
            <a:ext cx="3740159" cy="2547938"/>
          </a:xfrm>
          <a:noFill/>
        </p:spPr>
        <p:txBody>
          <a:bodyPr vert="horz" lIns="0" tIns="216000" rIns="0" bIns="0" rtlCol="0" anchor="t" anchorCtr="1">
            <a:normAutofit/>
          </a:bodyPr>
          <a:lstStyle>
            <a:lvl1pPr marL="0" indent="0">
              <a:buNone/>
              <a:defRPr lang="en-US" sz="1200">
                <a:solidFill>
                  <a:sysClr val="windowText" lastClr="000000"/>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30" name="Platshållare för text 2">
            <a:extLst>
              <a:ext uri="{FF2B5EF4-FFF2-40B4-BE49-F238E27FC236}">
                <a16:creationId xmlns:a16="http://schemas.microsoft.com/office/drawing/2014/main" id="{A3B6B719-C083-134A-1CA7-E5E0AF988232}"/>
              </a:ext>
            </a:extLst>
          </p:cNvPr>
          <p:cNvSpPr>
            <a:spLocks noGrp="1"/>
          </p:cNvSpPr>
          <p:nvPr>
            <p:ph type="body" idx="24" hasCustomPrompt="1"/>
          </p:nvPr>
        </p:nvSpPr>
        <p:spPr>
          <a:xfrm>
            <a:off x="8097838" y="4373562"/>
            <a:ext cx="3759200" cy="351041"/>
          </a:xfrm>
          <a:prstGeom prst="rect">
            <a:avLst/>
          </a:prstGeom>
        </p:spPr>
        <p:txBody>
          <a:bodyPr anchor="t">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3" name="Text Placeholder 2">
            <a:extLst>
              <a:ext uri="{FF2B5EF4-FFF2-40B4-BE49-F238E27FC236}">
                <a16:creationId xmlns:a16="http://schemas.microsoft.com/office/drawing/2014/main" id="{549ADB20-6010-DB19-CD8D-86374CCB4BAA}"/>
              </a:ext>
            </a:extLst>
          </p:cNvPr>
          <p:cNvSpPr>
            <a:spLocks noGrp="1"/>
          </p:cNvSpPr>
          <p:nvPr>
            <p:ph type="body" sz="quarter" idx="20"/>
          </p:nvPr>
        </p:nvSpPr>
        <p:spPr>
          <a:xfrm>
            <a:off x="347947" y="1700213"/>
            <a:ext cx="2776254" cy="2546349"/>
          </a:xfrm>
        </p:spPr>
        <p:txBody>
          <a:bodyPr>
            <a:noAutofit/>
          </a:bodyPr>
          <a:lstStyle>
            <a:lvl1pPr marL="0" indent="0">
              <a:lnSpc>
                <a:spcPts val="2500"/>
              </a:lnSpc>
              <a:buNone/>
              <a:defRPr sz="2000">
                <a:solidFill>
                  <a:schemeClr val="tx1"/>
                </a:solidFill>
              </a:defRPr>
            </a:lvl1pPr>
            <a:lvl2pPr marL="176213" indent="0">
              <a:buNone/>
              <a:defRPr/>
            </a:lvl2pPr>
          </a:lstStyle>
          <a:p>
            <a:pPr lvl="0"/>
            <a:r>
              <a:rPr lang="en-US" dirty="0"/>
              <a:t>Click to edit Master text styles</a:t>
            </a:r>
          </a:p>
        </p:txBody>
      </p:sp>
      <p:sp>
        <p:nvSpPr>
          <p:cNvPr id="5" name="Date Placeholder 4">
            <a:extLst>
              <a:ext uri="{FF2B5EF4-FFF2-40B4-BE49-F238E27FC236}">
                <a16:creationId xmlns:a16="http://schemas.microsoft.com/office/drawing/2014/main" id="{CF0C187D-0330-78E5-F13B-061222917732}"/>
              </a:ext>
            </a:extLst>
          </p:cNvPr>
          <p:cNvSpPr>
            <a:spLocks noGrp="1"/>
          </p:cNvSpPr>
          <p:nvPr>
            <p:ph type="dt" sz="half" idx="3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D050118D-6F6F-D708-FAE9-1DB421B0BCC2}"/>
              </a:ext>
            </a:extLst>
          </p:cNvPr>
          <p:cNvSpPr>
            <a:spLocks noGrp="1"/>
          </p:cNvSpPr>
          <p:nvPr>
            <p:ph type="ftr" sz="quarter" idx="31"/>
          </p:nvPr>
        </p:nvSpPr>
        <p:spPr/>
        <p:txBody>
          <a:bodyPr/>
          <a:lstStyle/>
          <a:p>
            <a:r>
              <a:rPr lang="en-US"/>
              <a:t>Confidential / internal tag</a:t>
            </a:r>
            <a:endParaRPr lang="en-US" dirty="0"/>
          </a:p>
        </p:txBody>
      </p:sp>
      <p:sp>
        <p:nvSpPr>
          <p:cNvPr id="7" name="Slide Number Placeholder 6">
            <a:extLst>
              <a:ext uri="{FF2B5EF4-FFF2-40B4-BE49-F238E27FC236}">
                <a16:creationId xmlns:a16="http://schemas.microsoft.com/office/drawing/2014/main" id="{4F8740B0-79E6-BE7C-C269-AC78B8D8D4A8}"/>
              </a:ext>
            </a:extLst>
          </p:cNvPr>
          <p:cNvSpPr>
            <a:spLocks noGrp="1"/>
          </p:cNvSpPr>
          <p:nvPr>
            <p:ph type="sldNum" sz="quarter" idx="32"/>
          </p:nvPr>
        </p:nvSpPr>
        <p:spPr/>
        <p:txBody>
          <a:bodyPr/>
          <a:lstStyle/>
          <a:p>
            <a:pPr algn="r"/>
            <a:fld id="{AE086683-F536-42AB-ABBC-F4803DFE8DBC}" type="slidenum">
              <a:rPr lang="en-US" smtClean="0"/>
              <a:pPr algn="r"/>
              <a:t>‹#›</a:t>
            </a:fld>
            <a:endParaRPr lang="en-US" dirty="0"/>
          </a:p>
        </p:txBody>
      </p:sp>
      <p:sp>
        <p:nvSpPr>
          <p:cNvPr id="2" name="Title 1">
            <a:extLst>
              <a:ext uri="{FF2B5EF4-FFF2-40B4-BE49-F238E27FC236}">
                <a16:creationId xmlns:a16="http://schemas.microsoft.com/office/drawing/2014/main" id="{D349411F-B413-545E-93E6-32EB2C99217D}"/>
              </a:ext>
            </a:extLst>
          </p:cNvPr>
          <p:cNvSpPr>
            <a:spLocks noGrp="1"/>
          </p:cNvSpPr>
          <p:nvPr>
            <p:ph type="title"/>
          </p:nvPr>
        </p:nvSpPr>
        <p:spPr/>
        <p:txBody>
          <a:bodyPr/>
          <a:lstStyle/>
          <a:p>
            <a:r>
              <a:rPr lang="en-US"/>
              <a:t>Click to edit Master title style</a:t>
            </a:r>
          </a:p>
        </p:txBody>
      </p:sp>
      <p:sp>
        <p:nvSpPr>
          <p:cNvPr id="4" name="Content Placeholder 8">
            <a:extLst>
              <a:ext uri="{FF2B5EF4-FFF2-40B4-BE49-F238E27FC236}">
                <a16:creationId xmlns:a16="http://schemas.microsoft.com/office/drawing/2014/main" id="{9729E60C-253E-C42C-54D2-3086C4953450}"/>
              </a:ext>
            </a:extLst>
          </p:cNvPr>
          <p:cNvSpPr>
            <a:spLocks noGrp="1"/>
          </p:cNvSpPr>
          <p:nvPr>
            <p:ph sz="quarter" idx="37"/>
          </p:nvPr>
        </p:nvSpPr>
        <p:spPr>
          <a:xfrm>
            <a:off x="4230678" y="4808660"/>
            <a:ext cx="3739072" cy="1454028"/>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8" name="Content Placeholder 8">
            <a:extLst>
              <a:ext uri="{FF2B5EF4-FFF2-40B4-BE49-F238E27FC236}">
                <a16:creationId xmlns:a16="http://schemas.microsoft.com/office/drawing/2014/main" id="{AEA5ACEE-A1C6-94C2-F121-084820955632}"/>
              </a:ext>
            </a:extLst>
          </p:cNvPr>
          <p:cNvSpPr>
            <a:spLocks noGrp="1"/>
          </p:cNvSpPr>
          <p:nvPr>
            <p:ph sz="quarter" idx="38"/>
          </p:nvPr>
        </p:nvSpPr>
        <p:spPr>
          <a:xfrm>
            <a:off x="8097838" y="4808660"/>
            <a:ext cx="3759835" cy="1454028"/>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9" name="Text Placeholder 2">
            <a:extLst>
              <a:ext uri="{FF2B5EF4-FFF2-40B4-BE49-F238E27FC236}">
                <a16:creationId xmlns:a16="http://schemas.microsoft.com/office/drawing/2014/main" id="{91E6D47D-D0BE-4925-B2CA-06B7489B9113}"/>
              </a:ext>
            </a:extLst>
          </p:cNvPr>
          <p:cNvSpPr>
            <a:spLocks noGrp="1"/>
          </p:cNvSpPr>
          <p:nvPr>
            <p:ph type="body" sz="quarter" idx="39"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3927170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slide with image">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B581A799-E249-6549-3715-550E6ED0B7A1}"/>
              </a:ext>
            </a:extLst>
          </p:cNvPr>
          <p:cNvSpPr>
            <a:spLocks noGrp="1"/>
          </p:cNvSpPr>
          <p:nvPr>
            <p:ph type="pic" sz="quarter" idx="27" hasCustomPrompt="1"/>
          </p:nvPr>
        </p:nvSpPr>
        <p:spPr>
          <a:xfrm>
            <a:off x="340500" y="1700213"/>
            <a:ext cx="3751262" cy="2547939"/>
          </a:xfrm>
          <a:noFill/>
        </p:spPr>
        <p:txBody>
          <a:bodyPr vert="horz" lIns="0" tIns="216000" rIns="0" bIns="0" rtlCol="0" anchor="t" anchorCtr="1">
            <a:normAutofit/>
          </a:bodyPr>
          <a:lstStyle>
            <a:lvl1pPr marL="0" indent="0">
              <a:buNone/>
              <a:defRPr lang="en-US" sz="1200">
                <a:solidFill>
                  <a:sysClr val="windowText" lastClr="000000"/>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9" name="Platshållare för text 2">
            <a:extLst>
              <a:ext uri="{FF2B5EF4-FFF2-40B4-BE49-F238E27FC236}">
                <a16:creationId xmlns:a16="http://schemas.microsoft.com/office/drawing/2014/main" id="{C34D1405-1806-0F3B-E523-C18D27D5780C}"/>
              </a:ext>
            </a:extLst>
          </p:cNvPr>
          <p:cNvSpPr>
            <a:spLocks noGrp="1"/>
          </p:cNvSpPr>
          <p:nvPr>
            <p:ph type="body" idx="14" hasCustomPrompt="1"/>
          </p:nvPr>
        </p:nvSpPr>
        <p:spPr>
          <a:xfrm>
            <a:off x="341312" y="4373563"/>
            <a:ext cx="3750449" cy="351040"/>
          </a:xfrm>
          <a:prstGeom prst="rect">
            <a:avLst/>
          </a:prstGeom>
        </p:spPr>
        <p:txBody>
          <a:bodyPr anchor="t">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14" name="Picture Placeholder 12">
            <a:extLst>
              <a:ext uri="{FF2B5EF4-FFF2-40B4-BE49-F238E27FC236}">
                <a16:creationId xmlns:a16="http://schemas.microsoft.com/office/drawing/2014/main" id="{1C6D7684-9779-DA4A-4FB0-FE330484253F}"/>
              </a:ext>
            </a:extLst>
          </p:cNvPr>
          <p:cNvSpPr>
            <a:spLocks noGrp="1"/>
          </p:cNvSpPr>
          <p:nvPr>
            <p:ph type="pic" sz="quarter" idx="28" hasCustomPrompt="1"/>
          </p:nvPr>
        </p:nvSpPr>
        <p:spPr>
          <a:xfrm>
            <a:off x="4219575" y="1700213"/>
            <a:ext cx="3751262" cy="2547939"/>
          </a:xfrm>
          <a:noFill/>
        </p:spPr>
        <p:txBody>
          <a:bodyPr vert="horz" lIns="0" tIns="216000" rIns="0" bIns="0" rtlCol="0" anchor="t" anchorCtr="1">
            <a:normAutofit/>
          </a:bodyPr>
          <a:lstStyle>
            <a:lvl1pPr marL="0" indent="0">
              <a:buNone/>
              <a:defRPr lang="en-US" sz="1200">
                <a:solidFill>
                  <a:sysClr val="windowText" lastClr="000000"/>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28" name="Platshållare för text 2">
            <a:extLst>
              <a:ext uri="{FF2B5EF4-FFF2-40B4-BE49-F238E27FC236}">
                <a16:creationId xmlns:a16="http://schemas.microsoft.com/office/drawing/2014/main" id="{D9E2977C-EF68-461C-3C57-A0A07416AF00}"/>
              </a:ext>
            </a:extLst>
          </p:cNvPr>
          <p:cNvSpPr>
            <a:spLocks noGrp="1"/>
          </p:cNvSpPr>
          <p:nvPr>
            <p:ph type="body" idx="22" hasCustomPrompt="1"/>
          </p:nvPr>
        </p:nvSpPr>
        <p:spPr>
          <a:xfrm>
            <a:off x="4219572" y="4373563"/>
            <a:ext cx="3751265" cy="351040"/>
          </a:xfrm>
          <a:prstGeom prst="rect">
            <a:avLst/>
          </a:prstGeom>
        </p:spPr>
        <p:txBody>
          <a:bodyPr anchor="t">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16" name="Picture Placeholder 12">
            <a:extLst>
              <a:ext uri="{FF2B5EF4-FFF2-40B4-BE49-F238E27FC236}">
                <a16:creationId xmlns:a16="http://schemas.microsoft.com/office/drawing/2014/main" id="{39434C90-3BA7-D9AF-E365-45FD0D5F9758}"/>
              </a:ext>
            </a:extLst>
          </p:cNvPr>
          <p:cNvSpPr>
            <a:spLocks noGrp="1"/>
          </p:cNvSpPr>
          <p:nvPr>
            <p:ph type="pic" sz="quarter" idx="29" hasCustomPrompt="1"/>
          </p:nvPr>
        </p:nvSpPr>
        <p:spPr>
          <a:xfrm>
            <a:off x="8097838" y="1700212"/>
            <a:ext cx="3751262" cy="2547939"/>
          </a:xfrm>
          <a:noFill/>
        </p:spPr>
        <p:txBody>
          <a:bodyPr vert="horz" lIns="0" tIns="216000" rIns="0" bIns="0" rtlCol="0" anchor="t" anchorCtr="1">
            <a:normAutofit/>
          </a:bodyPr>
          <a:lstStyle>
            <a:lvl1pPr marL="0" indent="0">
              <a:buNone/>
              <a:defRPr lang="en-US" sz="1200">
                <a:solidFill>
                  <a:sysClr val="windowText" lastClr="000000"/>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30" name="Platshållare för text 2">
            <a:extLst>
              <a:ext uri="{FF2B5EF4-FFF2-40B4-BE49-F238E27FC236}">
                <a16:creationId xmlns:a16="http://schemas.microsoft.com/office/drawing/2014/main" id="{A3B6B719-C083-134A-1CA7-E5E0AF988232}"/>
              </a:ext>
            </a:extLst>
          </p:cNvPr>
          <p:cNvSpPr>
            <a:spLocks noGrp="1"/>
          </p:cNvSpPr>
          <p:nvPr>
            <p:ph type="body" idx="24" hasCustomPrompt="1"/>
          </p:nvPr>
        </p:nvSpPr>
        <p:spPr>
          <a:xfrm>
            <a:off x="8097177" y="4371208"/>
            <a:ext cx="3751200" cy="351040"/>
          </a:xfrm>
          <a:prstGeom prst="rect">
            <a:avLst/>
          </a:prstGeom>
        </p:spPr>
        <p:txBody>
          <a:bodyPr anchor="t">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2" name="Date Placeholder 1">
            <a:extLst>
              <a:ext uri="{FF2B5EF4-FFF2-40B4-BE49-F238E27FC236}">
                <a16:creationId xmlns:a16="http://schemas.microsoft.com/office/drawing/2014/main" id="{E4213804-4FFA-059A-B518-5B107F68E317}"/>
              </a:ext>
            </a:extLst>
          </p:cNvPr>
          <p:cNvSpPr>
            <a:spLocks noGrp="1"/>
          </p:cNvSpPr>
          <p:nvPr>
            <p:ph type="dt" sz="half" idx="30"/>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46F706F5-E4A2-E1C8-03EC-91EFDF65B942}"/>
              </a:ext>
            </a:extLst>
          </p:cNvPr>
          <p:cNvSpPr>
            <a:spLocks noGrp="1"/>
          </p:cNvSpPr>
          <p:nvPr>
            <p:ph type="ftr" sz="quarter" idx="31"/>
          </p:nvPr>
        </p:nvSpPr>
        <p:spPr/>
        <p:txBody>
          <a:bodyPr/>
          <a:lstStyle/>
          <a:p>
            <a:r>
              <a:rPr lang="en-US"/>
              <a:t>Confidential / internal tag</a:t>
            </a:r>
            <a:endParaRPr lang="en-US" dirty="0"/>
          </a:p>
        </p:txBody>
      </p:sp>
      <p:sp>
        <p:nvSpPr>
          <p:cNvPr id="4" name="Slide Number Placeholder 3">
            <a:extLst>
              <a:ext uri="{FF2B5EF4-FFF2-40B4-BE49-F238E27FC236}">
                <a16:creationId xmlns:a16="http://schemas.microsoft.com/office/drawing/2014/main" id="{739D9B2B-9C69-F8F2-35D4-1A9A2B720A2A}"/>
              </a:ext>
            </a:extLst>
          </p:cNvPr>
          <p:cNvSpPr>
            <a:spLocks noGrp="1"/>
          </p:cNvSpPr>
          <p:nvPr>
            <p:ph type="sldNum" sz="quarter" idx="32"/>
          </p:nvPr>
        </p:nvSpPr>
        <p:spPr/>
        <p:txBody>
          <a:bodyPr/>
          <a:lstStyle/>
          <a:p>
            <a:pPr algn="r"/>
            <a:fld id="{AE086683-F536-42AB-ABBC-F4803DFE8DBC}" type="slidenum">
              <a:rPr lang="en-US" smtClean="0"/>
              <a:pPr algn="r"/>
              <a:t>‹#›</a:t>
            </a:fld>
            <a:endParaRPr lang="en-US" dirty="0"/>
          </a:p>
        </p:txBody>
      </p:sp>
      <p:sp>
        <p:nvSpPr>
          <p:cNvPr id="5" name="Title 4">
            <a:extLst>
              <a:ext uri="{FF2B5EF4-FFF2-40B4-BE49-F238E27FC236}">
                <a16:creationId xmlns:a16="http://schemas.microsoft.com/office/drawing/2014/main" id="{C86A3E2B-7876-E79D-FB5D-ED7F654F040C}"/>
              </a:ext>
            </a:extLst>
          </p:cNvPr>
          <p:cNvSpPr>
            <a:spLocks noGrp="1"/>
          </p:cNvSpPr>
          <p:nvPr>
            <p:ph type="title"/>
          </p:nvPr>
        </p:nvSpPr>
        <p:spPr/>
        <p:txBody>
          <a:bodyPr/>
          <a:lstStyle/>
          <a:p>
            <a:r>
              <a:rPr lang="en-US"/>
              <a:t>Click to edit Master title style</a:t>
            </a:r>
          </a:p>
        </p:txBody>
      </p:sp>
      <p:sp>
        <p:nvSpPr>
          <p:cNvPr id="6" name="Content Placeholder 8">
            <a:extLst>
              <a:ext uri="{FF2B5EF4-FFF2-40B4-BE49-F238E27FC236}">
                <a16:creationId xmlns:a16="http://schemas.microsoft.com/office/drawing/2014/main" id="{0B677E0A-489D-70F9-C949-31AD6FB46B03}"/>
              </a:ext>
            </a:extLst>
          </p:cNvPr>
          <p:cNvSpPr>
            <a:spLocks noGrp="1"/>
          </p:cNvSpPr>
          <p:nvPr>
            <p:ph sz="quarter" idx="37"/>
          </p:nvPr>
        </p:nvSpPr>
        <p:spPr>
          <a:xfrm>
            <a:off x="346094" y="4808660"/>
            <a:ext cx="3751200" cy="1454028"/>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7" name="Content Placeholder 8">
            <a:extLst>
              <a:ext uri="{FF2B5EF4-FFF2-40B4-BE49-F238E27FC236}">
                <a16:creationId xmlns:a16="http://schemas.microsoft.com/office/drawing/2014/main" id="{770DAAC1-2C37-0F7B-2658-1A92AAEF6CF5}"/>
              </a:ext>
            </a:extLst>
          </p:cNvPr>
          <p:cNvSpPr>
            <a:spLocks noGrp="1"/>
          </p:cNvSpPr>
          <p:nvPr>
            <p:ph sz="quarter" idx="38"/>
          </p:nvPr>
        </p:nvSpPr>
        <p:spPr>
          <a:xfrm>
            <a:off x="4218487" y="4808660"/>
            <a:ext cx="3752351" cy="1454028"/>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8" name="Content Placeholder 8">
            <a:extLst>
              <a:ext uri="{FF2B5EF4-FFF2-40B4-BE49-F238E27FC236}">
                <a16:creationId xmlns:a16="http://schemas.microsoft.com/office/drawing/2014/main" id="{76E7B4FC-C52D-1928-A525-88989CE8B60B}"/>
              </a:ext>
            </a:extLst>
          </p:cNvPr>
          <p:cNvSpPr>
            <a:spLocks noGrp="1"/>
          </p:cNvSpPr>
          <p:nvPr>
            <p:ph sz="quarter" idx="39"/>
          </p:nvPr>
        </p:nvSpPr>
        <p:spPr>
          <a:xfrm>
            <a:off x="8102781" y="4808662"/>
            <a:ext cx="3751200" cy="1454027"/>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10" name="Text Placeholder 2">
            <a:extLst>
              <a:ext uri="{FF2B5EF4-FFF2-40B4-BE49-F238E27FC236}">
                <a16:creationId xmlns:a16="http://schemas.microsoft.com/office/drawing/2014/main" id="{A8F33998-E0DC-1991-23DF-3DF99D71D239}"/>
              </a:ext>
            </a:extLst>
          </p:cNvPr>
          <p:cNvSpPr>
            <a:spLocks noGrp="1"/>
          </p:cNvSpPr>
          <p:nvPr>
            <p:ph type="body" sz="quarter" idx="40"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11470753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 slide with image">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B581A799-E249-6549-3715-550E6ED0B7A1}"/>
              </a:ext>
            </a:extLst>
          </p:cNvPr>
          <p:cNvSpPr>
            <a:spLocks noGrp="1"/>
          </p:cNvSpPr>
          <p:nvPr>
            <p:ph type="pic" sz="quarter" idx="27" hasCustomPrompt="1"/>
          </p:nvPr>
        </p:nvSpPr>
        <p:spPr>
          <a:xfrm>
            <a:off x="341313" y="1700213"/>
            <a:ext cx="2779009" cy="1874837"/>
          </a:xfrm>
          <a:noFill/>
        </p:spPr>
        <p:txBody>
          <a:bodyPr vert="horz" lIns="0" tIns="216000" rIns="0" bIns="0" rtlCol="0" anchor="t" anchorCtr="1">
            <a:normAutofit/>
          </a:bodyPr>
          <a:lstStyle>
            <a:lvl1pPr marL="0" indent="0">
              <a:buNone/>
              <a:defRPr lang="en-US" sz="1200">
                <a:solidFill>
                  <a:schemeClr val="tx1"/>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9" name="Platshållare för text 2">
            <a:extLst>
              <a:ext uri="{FF2B5EF4-FFF2-40B4-BE49-F238E27FC236}">
                <a16:creationId xmlns:a16="http://schemas.microsoft.com/office/drawing/2014/main" id="{C34D1405-1806-0F3B-E523-C18D27D5780C}"/>
              </a:ext>
            </a:extLst>
          </p:cNvPr>
          <p:cNvSpPr>
            <a:spLocks noGrp="1"/>
          </p:cNvSpPr>
          <p:nvPr>
            <p:ph type="body" idx="14" hasCustomPrompt="1"/>
          </p:nvPr>
        </p:nvSpPr>
        <p:spPr>
          <a:xfrm>
            <a:off x="348503" y="3701178"/>
            <a:ext cx="2775698" cy="330992"/>
          </a:xfrm>
          <a:prstGeom prst="rect">
            <a:avLst/>
          </a:prstGeom>
        </p:spPr>
        <p:txBody>
          <a:bodyPr anchor="t">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14" name="Picture Placeholder 12">
            <a:extLst>
              <a:ext uri="{FF2B5EF4-FFF2-40B4-BE49-F238E27FC236}">
                <a16:creationId xmlns:a16="http://schemas.microsoft.com/office/drawing/2014/main" id="{1C6D7684-9779-DA4A-4FB0-FE330484253F}"/>
              </a:ext>
            </a:extLst>
          </p:cNvPr>
          <p:cNvSpPr>
            <a:spLocks noGrp="1"/>
          </p:cNvSpPr>
          <p:nvPr>
            <p:ph type="pic" sz="quarter" idx="28" hasCustomPrompt="1"/>
          </p:nvPr>
        </p:nvSpPr>
        <p:spPr>
          <a:xfrm>
            <a:off x="3253491" y="1700213"/>
            <a:ext cx="2779009" cy="1874837"/>
          </a:xfrm>
          <a:noFill/>
        </p:spPr>
        <p:txBody>
          <a:bodyPr vert="horz" lIns="0" tIns="216000" rIns="0" bIns="0" rtlCol="0" anchor="t" anchorCtr="1">
            <a:normAutofit/>
          </a:bodyPr>
          <a:lstStyle>
            <a:lvl1pPr marL="0" indent="0">
              <a:buNone/>
              <a:defRPr lang="en-US" sz="1200">
                <a:solidFill>
                  <a:schemeClr val="tx1"/>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28" name="Platshållare för text 2">
            <a:extLst>
              <a:ext uri="{FF2B5EF4-FFF2-40B4-BE49-F238E27FC236}">
                <a16:creationId xmlns:a16="http://schemas.microsoft.com/office/drawing/2014/main" id="{D9E2977C-EF68-461C-3C57-A0A07416AF00}"/>
              </a:ext>
            </a:extLst>
          </p:cNvPr>
          <p:cNvSpPr>
            <a:spLocks noGrp="1"/>
          </p:cNvSpPr>
          <p:nvPr>
            <p:ph type="body" idx="22" hasCustomPrompt="1"/>
          </p:nvPr>
        </p:nvSpPr>
        <p:spPr>
          <a:xfrm>
            <a:off x="3249613" y="3701178"/>
            <a:ext cx="2775698" cy="330992"/>
          </a:xfrm>
          <a:prstGeom prst="rect">
            <a:avLst/>
          </a:prstGeom>
        </p:spPr>
        <p:txBody>
          <a:bodyPr anchor="t">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16" name="Picture Placeholder 12">
            <a:extLst>
              <a:ext uri="{FF2B5EF4-FFF2-40B4-BE49-F238E27FC236}">
                <a16:creationId xmlns:a16="http://schemas.microsoft.com/office/drawing/2014/main" id="{39434C90-3BA7-D9AF-E365-45FD0D5F9758}"/>
              </a:ext>
            </a:extLst>
          </p:cNvPr>
          <p:cNvSpPr>
            <a:spLocks noGrp="1"/>
          </p:cNvSpPr>
          <p:nvPr>
            <p:ph type="pic" sz="quarter" idx="29" hasCustomPrompt="1"/>
          </p:nvPr>
        </p:nvSpPr>
        <p:spPr>
          <a:xfrm>
            <a:off x="6157913" y="1700212"/>
            <a:ext cx="2779200" cy="1874837"/>
          </a:xfrm>
          <a:noFill/>
        </p:spPr>
        <p:txBody>
          <a:bodyPr vert="horz" lIns="0" tIns="216000" rIns="0" bIns="0" rtlCol="0" anchor="t" anchorCtr="1">
            <a:normAutofit/>
          </a:bodyPr>
          <a:lstStyle>
            <a:lvl1pPr marL="0" indent="0">
              <a:buNone/>
              <a:defRPr lang="en-US" sz="1200">
                <a:solidFill>
                  <a:schemeClr val="tx1"/>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30" name="Platshållare för text 2">
            <a:extLst>
              <a:ext uri="{FF2B5EF4-FFF2-40B4-BE49-F238E27FC236}">
                <a16:creationId xmlns:a16="http://schemas.microsoft.com/office/drawing/2014/main" id="{A3B6B719-C083-134A-1CA7-E5E0AF988232}"/>
              </a:ext>
            </a:extLst>
          </p:cNvPr>
          <p:cNvSpPr>
            <a:spLocks noGrp="1"/>
          </p:cNvSpPr>
          <p:nvPr>
            <p:ph type="body" idx="24" hasCustomPrompt="1"/>
          </p:nvPr>
        </p:nvSpPr>
        <p:spPr>
          <a:xfrm>
            <a:off x="6165102" y="3701178"/>
            <a:ext cx="2775698" cy="330992"/>
          </a:xfrm>
          <a:prstGeom prst="rect">
            <a:avLst/>
          </a:prstGeom>
        </p:spPr>
        <p:txBody>
          <a:bodyPr anchor="t">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18" name="Picture Placeholder 12">
            <a:extLst>
              <a:ext uri="{FF2B5EF4-FFF2-40B4-BE49-F238E27FC236}">
                <a16:creationId xmlns:a16="http://schemas.microsoft.com/office/drawing/2014/main" id="{36A019A1-DF8D-1E19-E693-F568AD8DF939}"/>
              </a:ext>
            </a:extLst>
          </p:cNvPr>
          <p:cNvSpPr>
            <a:spLocks noGrp="1"/>
          </p:cNvSpPr>
          <p:nvPr>
            <p:ph type="pic" sz="quarter" idx="30" hasCustomPrompt="1"/>
          </p:nvPr>
        </p:nvSpPr>
        <p:spPr>
          <a:xfrm>
            <a:off x="9063924" y="1700213"/>
            <a:ext cx="2779200" cy="1874836"/>
          </a:xfrm>
          <a:noFill/>
        </p:spPr>
        <p:txBody>
          <a:bodyPr vert="horz" lIns="0" tIns="216000" rIns="0" bIns="0" rtlCol="0" anchor="t" anchorCtr="1">
            <a:normAutofit/>
          </a:bodyPr>
          <a:lstStyle>
            <a:lvl1pPr marL="0" indent="0">
              <a:buNone/>
              <a:defRPr lang="en-US" sz="1200">
                <a:solidFill>
                  <a:schemeClr val="tx1"/>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 </a:t>
            </a:r>
            <a:endParaRPr lang="en-US" noProof="0" dirty="0"/>
          </a:p>
        </p:txBody>
      </p:sp>
      <p:sp>
        <p:nvSpPr>
          <p:cNvPr id="32" name="Platshållare för text 2">
            <a:extLst>
              <a:ext uri="{FF2B5EF4-FFF2-40B4-BE49-F238E27FC236}">
                <a16:creationId xmlns:a16="http://schemas.microsoft.com/office/drawing/2014/main" id="{2C7A880A-B80B-7CF1-B377-AA839491E5FD}"/>
              </a:ext>
            </a:extLst>
          </p:cNvPr>
          <p:cNvSpPr>
            <a:spLocks noGrp="1"/>
          </p:cNvSpPr>
          <p:nvPr>
            <p:ph type="body" idx="26" hasCustomPrompt="1"/>
          </p:nvPr>
        </p:nvSpPr>
        <p:spPr>
          <a:xfrm>
            <a:off x="9063924" y="3701178"/>
            <a:ext cx="2775698" cy="330992"/>
          </a:xfrm>
          <a:prstGeom prst="rect">
            <a:avLst/>
          </a:prstGeom>
        </p:spPr>
        <p:txBody>
          <a:bodyPr anchor="t">
            <a:noAutofit/>
          </a:bodyPr>
          <a:lstStyle>
            <a:lvl1pPr marL="0" indent="0">
              <a:lnSpc>
                <a:spcPts val="2000"/>
              </a:lnSpc>
              <a:spcBef>
                <a:spcPts val="160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5" name="Date Placeholder 4">
            <a:extLst>
              <a:ext uri="{FF2B5EF4-FFF2-40B4-BE49-F238E27FC236}">
                <a16:creationId xmlns:a16="http://schemas.microsoft.com/office/drawing/2014/main" id="{30FDD738-AD26-2F41-ABE6-91DAD2E6B30F}"/>
              </a:ext>
            </a:extLst>
          </p:cNvPr>
          <p:cNvSpPr>
            <a:spLocks noGrp="1"/>
          </p:cNvSpPr>
          <p:nvPr>
            <p:ph type="dt" sz="half" idx="31"/>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9BFEC91B-D67B-627D-A529-34842EC79632}"/>
              </a:ext>
            </a:extLst>
          </p:cNvPr>
          <p:cNvSpPr>
            <a:spLocks noGrp="1"/>
          </p:cNvSpPr>
          <p:nvPr>
            <p:ph type="ftr" sz="quarter" idx="32"/>
          </p:nvPr>
        </p:nvSpPr>
        <p:spPr/>
        <p:txBody>
          <a:bodyPr/>
          <a:lstStyle/>
          <a:p>
            <a:r>
              <a:rPr lang="en-US"/>
              <a:t>Confidential / internal tag</a:t>
            </a:r>
            <a:endParaRPr lang="en-US" dirty="0"/>
          </a:p>
        </p:txBody>
      </p:sp>
      <p:sp>
        <p:nvSpPr>
          <p:cNvPr id="7" name="Slide Number Placeholder 6">
            <a:extLst>
              <a:ext uri="{FF2B5EF4-FFF2-40B4-BE49-F238E27FC236}">
                <a16:creationId xmlns:a16="http://schemas.microsoft.com/office/drawing/2014/main" id="{CD5F5E55-2468-B50E-967F-B51183155D07}"/>
              </a:ext>
            </a:extLst>
          </p:cNvPr>
          <p:cNvSpPr>
            <a:spLocks noGrp="1"/>
          </p:cNvSpPr>
          <p:nvPr>
            <p:ph type="sldNum" sz="quarter" idx="33"/>
          </p:nvPr>
        </p:nvSpPr>
        <p:spPr/>
        <p:txBody>
          <a:bodyPr/>
          <a:lstStyle/>
          <a:p>
            <a:pPr algn="r"/>
            <a:fld id="{AE086683-F536-42AB-ABBC-F4803DFE8DBC}" type="slidenum">
              <a:rPr lang="en-US" smtClean="0"/>
              <a:pPr algn="r"/>
              <a:t>‹#›</a:t>
            </a:fld>
            <a:endParaRPr lang="en-US" dirty="0"/>
          </a:p>
        </p:txBody>
      </p:sp>
      <p:sp>
        <p:nvSpPr>
          <p:cNvPr id="2" name="Title 1">
            <a:extLst>
              <a:ext uri="{FF2B5EF4-FFF2-40B4-BE49-F238E27FC236}">
                <a16:creationId xmlns:a16="http://schemas.microsoft.com/office/drawing/2014/main" id="{15BE848F-2539-5D61-8BB2-9C5D5731DC4A}"/>
              </a:ext>
            </a:extLst>
          </p:cNvPr>
          <p:cNvSpPr>
            <a:spLocks noGrp="1"/>
          </p:cNvSpPr>
          <p:nvPr>
            <p:ph type="title"/>
          </p:nvPr>
        </p:nvSpPr>
        <p:spPr/>
        <p:txBody>
          <a:bodyPr/>
          <a:lstStyle/>
          <a:p>
            <a:r>
              <a:rPr lang="en-US"/>
              <a:t>Click to edit Master title style</a:t>
            </a:r>
          </a:p>
        </p:txBody>
      </p:sp>
      <p:sp>
        <p:nvSpPr>
          <p:cNvPr id="3" name="Content Placeholder 8">
            <a:extLst>
              <a:ext uri="{FF2B5EF4-FFF2-40B4-BE49-F238E27FC236}">
                <a16:creationId xmlns:a16="http://schemas.microsoft.com/office/drawing/2014/main" id="{73B36F29-8E47-08AC-BD6E-E2CF94D414DD}"/>
              </a:ext>
            </a:extLst>
          </p:cNvPr>
          <p:cNvSpPr>
            <a:spLocks noGrp="1"/>
          </p:cNvSpPr>
          <p:nvPr>
            <p:ph sz="quarter" idx="37"/>
          </p:nvPr>
        </p:nvSpPr>
        <p:spPr>
          <a:xfrm>
            <a:off x="348502" y="4131467"/>
            <a:ext cx="2779199" cy="2131200"/>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4" name="Content Placeholder 8">
            <a:extLst>
              <a:ext uri="{FF2B5EF4-FFF2-40B4-BE49-F238E27FC236}">
                <a16:creationId xmlns:a16="http://schemas.microsoft.com/office/drawing/2014/main" id="{2276B76B-4AF4-876E-87BD-BF185460302F}"/>
              </a:ext>
            </a:extLst>
          </p:cNvPr>
          <p:cNvSpPr>
            <a:spLocks noGrp="1"/>
          </p:cNvSpPr>
          <p:nvPr>
            <p:ph sz="quarter" idx="38"/>
          </p:nvPr>
        </p:nvSpPr>
        <p:spPr>
          <a:xfrm>
            <a:off x="3252401" y="4131469"/>
            <a:ext cx="2779009" cy="2131219"/>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8" name="Content Placeholder 8">
            <a:extLst>
              <a:ext uri="{FF2B5EF4-FFF2-40B4-BE49-F238E27FC236}">
                <a16:creationId xmlns:a16="http://schemas.microsoft.com/office/drawing/2014/main" id="{053AF973-1F65-DE36-3BAE-B3F71A33FB59}"/>
              </a:ext>
            </a:extLst>
          </p:cNvPr>
          <p:cNvSpPr>
            <a:spLocks noGrp="1"/>
          </p:cNvSpPr>
          <p:nvPr>
            <p:ph sz="quarter" idx="39"/>
          </p:nvPr>
        </p:nvSpPr>
        <p:spPr>
          <a:xfrm>
            <a:off x="6160588" y="4131468"/>
            <a:ext cx="2779199" cy="2131219"/>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10" name="Content Placeholder 8">
            <a:extLst>
              <a:ext uri="{FF2B5EF4-FFF2-40B4-BE49-F238E27FC236}">
                <a16:creationId xmlns:a16="http://schemas.microsoft.com/office/drawing/2014/main" id="{C8E9DEE1-DFFF-622D-DBA7-FB96EC0FDC91}"/>
              </a:ext>
            </a:extLst>
          </p:cNvPr>
          <p:cNvSpPr>
            <a:spLocks noGrp="1"/>
          </p:cNvSpPr>
          <p:nvPr>
            <p:ph sz="quarter" idx="40"/>
          </p:nvPr>
        </p:nvSpPr>
        <p:spPr>
          <a:xfrm>
            <a:off x="9063924" y="4131468"/>
            <a:ext cx="2779199" cy="2131219"/>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11" name="Text Placeholder 2">
            <a:extLst>
              <a:ext uri="{FF2B5EF4-FFF2-40B4-BE49-F238E27FC236}">
                <a16:creationId xmlns:a16="http://schemas.microsoft.com/office/drawing/2014/main" id="{506B4D68-F264-31D1-4EA7-E9C043973BBC}"/>
              </a:ext>
            </a:extLst>
          </p:cNvPr>
          <p:cNvSpPr>
            <a:spLocks noGrp="1"/>
          </p:cNvSpPr>
          <p:nvPr>
            <p:ph type="body" sz="quarter" idx="41"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1234637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OC: Two columns">
    <p:bg>
      <p:bgPr>
        <a:solidFill>
          <a:schemeClr val="bg1"/>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F3581DC-C0EA-2ACB-766D-A505DB5ECB65}"/>
              </a:ext>
            </a:extLst>
          </p:cNvPr>
          <p:cNvSpPr>
            <a:spLocks noGrp="1"/>
          </p:cNvSpPr>
          <p:nvPr>
            <p:ph type="dt" sz="half" idx="29"/>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51DCA31C-E68A-F476-FC7A-88518D8009E4}"/>
              </a:ext>
            </a:extLst>
          </p:cNvPr>
          <p:cNvSpPr>
            <a:spLocks noGrp="1"/>
          </p:cNvSpPr>
          <p:nvPr>
            <p:ph type="ftr" sz="quarter" idx="30"/>
          </p:nvPr>
        </p:nvSpPr>
        <p:spPr/>
        <p:txBody>
          <a:bodyPr/>
          <a:lstStyle/>
          <a:p>
            <a:r>
              <a:rPr lang="en-US"/>
              <a:t>Confidential / internal tag</a:t>
            </a:r>
            <a:endParaRPr lang="en-US" dirty="0"/>
          </a:p>
        </p:txBody>
      </p:sp>
      <p:sp>
        <p:nvSpPr>
          <p:cNvPr id="7" name="Slide Number Placeholder 6">
            <a:extLst>
              <a:ext uri="{FF2B5EF4-FFF2-40B4-BE49-F238E27FC236}">
                <a16:creationId xmlns:a16="http://schemas.microsoft.com/office/drawing/2014/main" id="{C94872C4-1286-6384-904A-2498A47C3935}"/>
              </a:ext>
            </a:extLst>
          </p:cNvPr>
          <p:cNvSpPr>
            <a:spLocks noGrp="1"/>
          </p:cNvSpPr>
          <p:nvPr>
            <p:ph type="sldNum" sz="quarter" idx="31"/>
          </p:nvPr>
        </p:nvSpPr>
        <p:spPr/>
        <p:txBody>
          <a:bodyPr/>
          <a:lstStyle/>
          <a:p>
            <a:pPr algn="r"/>
            <a:fld id="{AE086683-F536-42AB-ABBC-F4803DFE8DBC}" type="slidenum">
              <a:rPr lang="en-US" smtClean="0"/>
              <a:pPr algn="r"/>
              <a:t>‹#›</a:t>
            </a:fld>
            <a:endParaRPr lang="en-US" dirty="0"/>
          </a:p>
        </p:txBody>
      </p:sp>
      <p:sp>
        <p:nvSpPr>
          <p:cNvPr id="8" name="Text Placeholder 2">
            <a:extLst>
              <a:ext uri="{FF2B5EF4-FFF2-40B4-BE49-F238E27FC236}">
                <a16:creationId xmlns:a16="http://schemas.microsoft.com/office/drawing/2014/main" id="{49A0BC7B-DEBF-1D1F-3D95-6B7B73BB1A8B}"/>
              </a:ext>
            </a:extLst>
          </p:cNvPr>
          <p:cNvSpPr>
            <a:spLocks noGrp="1"/>
          </p:cNvSpPr>
          <p:nvPr>
            <p:ph type="body" sz="quarter" idx="20"/>
          </p:nvPr>
        </p:nvSpPr>
        <p:spPr>
          <a:xfrm>
            <a:off x="347946" y="1012825"/>
            <a:ext cx="3744629" cy="1263650"/>
          </a:xfrm>
        </p:spPr>
        <p:txBody>
          <a:bodyPr>
            <a:noAutofit/>
          </a:bodyPr>
          <a:lstStyle>
            <a:lvl1pPr marL="0" indent="0">
              <a:lnSpc>
                <a:spcPts val="2500"/>
              </a:lnSpc>
              <a:buNone/>
              <a:defRPr sz="2000">
                <a:solidFill>
                  <a:schemeClr val="tx1"/>
                </a:solidFill>
              </a:defRPr>
            </a:lvl1pPr>
            <a:lvl2pPr marL="176213" indent="0">
              <a:buNone/>
              <a:defRPr/>
            </a:lvl2pPr>
          </a:lstStyle>
          <a:p>
            <a:pPr lvl="0"/>
            <a:r>
              <a:rPr lang="en-US"/>
              <a:t>Click to edit Master text styles</a:t>
            </a:r>
            <a:endParaRPr lang="en-US" dirty="0"/>
          </a:p>
        </p:txBody>
      </p:sp>
      <p:sp>
        <p:nvSpPr>
          <p:cNvPr id="2" name="Title 1">
            <a:extLst>
              <a:ext uri="{FF2B5EF4-FFF2-40B4-BE49-F238E27FC236}">
                <a16:creationId xmlns:a16="http://schemas.microsoft.com/office/drawing/2014/main" id="{0A68B0E3-758A-9169-2E33-6EEFCD178A59}"/>
              </a:ext>
            </a:extLst>
          </p:cNvPr>
          <p:cNvSpPr>
            <a:spLocks noGrp="1"/>
          </p:cNvSpPr>
          <p:nvPr>
            <p:ph type="title"/>
          </p:nvPr>
        </p:nvSpPr>
        <p:spPr/>
        <p:txBody>
          <a:bodyPr/>
          <a:lstStyle/>
          <a:p>
            <a:r>
              <a:rPr lang="en-US"/>
              <a:t>Click to edit Master title style</a:t>
            </a:r>
          </a:p>
        </p:txBody>
      </p:sp>
      <p:sp>
        <p:nvSpPr>
          <p:cNvPr id="11" name="Content Placeholder 8">
            <a:extLst>
              <a:ext uri="{FF2B5EF4-FFF2-40B4-BE49-F238E27FC236}">
                <a16:creationId xmlns:a16="http://schemas.microsoft.com/office/drawing/2014/main" id="{034F4766-F950-A6BD-1373-CDAA229AFC65}"/>
              </a:ext>
            </a:extLst>
          </p:cNvPr>
          <p:cNvSpPr>
            <a:spLocks noGrp="1"/>
          </p:cNvSpPr>
          <p:nvPr>
            <p:ph sz="quarter" idx="34"/>
          </p:nvPr>
        </p:nvSpPr>
        <p:spPr>
          <a:xfrm>
            <a:off x="347946" y="3028950"/>
            <a:ext cx="3738282" cy="3233738"/>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12" name="Content Placeholder 8">
            <a:extLst>
              <a:ext uri="{FF2B5EF4-FFF2-40B4-BE49-F238E27FC236}">
                <a16:creationId xmlns:a16="http://schemas.microsoft.com/office/drawing/2014/main" id="{A570BB3C-A937-3418-8D01-C80BF061A8E1}"/>
              </a:ext>
            </a:extLst>
          </p:cNvPr>
          <p:cNvSpPr>
            <a:spLocks noGrp="1"/>
          </p:cNvSpPr>
          <p:nvPr>
            <p:ph sz="quarter" idx="33"/>
          </p:nvPr>
        </p:nvSpPr>
        <p:spPr>
          <a:xfrm>
            <a:off x="4224740" y="3028950"/>
            <a:ext cx="3751264" cy="3233738"/>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3" name="Text Placeholder 2">
            <a:extLst>
              <a:ext uri="{FF2B5EF4-FFF2-40B4-BE49-F238E27FC236}">
                <a16:creationId xmlns:a16="http://schemas.microsoft.com/office/drawing/2014/main" id="{1771C85B-1D95-6E21-F8C6-27FC3EBAAECD}"/>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4929672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OC: 1 graph and text">
    <p:bg>
      <p:bgPr>
        <a:solidFill>
          <a:schemeClr val="bg1">
            <a:lumMod val="95000"/>
          </a:schemeClr>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3AF8020B-23D8-1C1C-6CB8-FE99BC4E6770}"/>
              </a:ext>
            </a:extLst>
          </p:cNvPr>
          <p:cNvSpPr>
            <a:spLocks noGrp="1"/>
          </p:cNvSpPr>
          <p:nvPr>
            <p:ph sz="quarter" idx="25" hasCustomPrompt="1"/>
          </p:nvPr>
        </p:nvSpPr>
        <p:spPr>
          <a:xfrm>
            <a:off x="6157913" y="1700213"/>
            <a:ext cx="5686141" cy="4562475"/>
          </a:xfrm>
          <a:noFill/>
        </p:spPr>
        <p:txBody>
          <a:bodyPr vert="horz" lIns="0" tIns="216000" rIns="0" bIns="0" rtlCol="0" anchor="t" anchorCtr="1">
            <a:normAutofit/>
          </a:bodyPr>
          <a:lstStyle>
            <a:lvl1pPr marL="0" indent="0">
              <a:buNone/>
              <a:defRPr lang="en-US" sz="1200" dirty="0" smtClean="0">
                <a:solidFill>
                  <a:sysClr val="windowText" lastClr="000000"/>
                </a:solidFill>
              </a:defRPr>
            </a:lvl1pPr>
          </a:lstStyle>
          <a:p>
            <a:pPr marL="217488" lvl="0" indent="-217488"/>
            <a:r>
              <a:rPr lang="en-US"/>
              <a:t>Click the icon to insert an object</a:t>
            </a:r>
            <a:endParaRPr lang="en-US" dirty="0"/>
          </a:p>
        </p:txBody>
      </p:sp>
      <p:sp>
        <p:nvSpPr>
          <p:cNvPr id="5" name="Text Placeholder 3">
            <a:extLst>
              <a:ext uri="{FF2B5EF4-FFF2-40B4-BE49-F238E27FC236}">
                <a16:creationId xmlns:a16="http://schemas.microsoft.com/office/drawing/2014/main" id="{5C41268C-AFB0-81F9-0408-7062929159F3}"/>
              </a:ext>
            </a:extLst>
          </p:cNvPr>
          <p:cNvSpPr>
            <a:spLocks noGrp="1"/>
          </p:cNvSpPr>
          <p:nvPr>
            <p:ph type="body" sz="quarter" idx="29" hasCustomPrompt="1"/>
          </p:nvPr>
        </p:nvSpPr>
        <p:spPr>
          <a:xfrm>
            <a:off x="6157913" y="1424309"/>
            <a:ext cx="3752850" cy="204770"/>
          </a:xfrm>
        </p:spPr>
        <p:txBody>
          <a:bodyPr vert="horz" lIns="0" tIns="0" rIns="0" bIns="0" rtlCol="0" anchor="b">
            <a:noAutofit/>
          </a:bodyPr>
          <a:lstStyle>
            <a:lvl1pPr marL="0" indent="0">
              <a:lnSpc>
                <a:spcPts val="1400"/>
              </a:lnSpc>
              <a:spcBef>
                <a:spcPts val="900"/>
              </a:spcBef>
              <a:buNone/>
              <a:defRPr lang="en-US" sz="1000" dirty="0">
                <a:latin typeface="+mj-lt"/>
              </a:defRPr>
            </a:lvl1pPr>
          </a:lstStyle>
          <a:p>
            <a:pPr marL="217488" lvl="0" indent="-217488">
              <a:lnSpc>
                <a:spcPct val="140000"/>
              </a:lnSpc>
            </a:pPr>
            <a:r>
              <a:rPr lang="en-US"/>
              <a:t>Click to add title</a:t>
            </a:r>
            <a:endParaRPr lang="en-US" dirty="0"/>
          </a:p>
        </p:txBody>
      </p:sp>
      <p:sp>
        <p:nvSpPr>
          <p:cNvPr id="2" name="Date Placeholder 1">
            <a:extLst>
              <a:ext uri="{FF2B5EF4-FFF2-40B4-BE49-F238E27FC236}">
                <a16:creationId xmlns:a16="http://schemas.microsoft.com/office/drawing/2014/main" id="{E65F21E2-F1E4-A1FB-EBE0-5ABC430B09E5}"/>
              </a:ext>
            </a:extLst>
          </p:cNvPr>
          <p:cNvSpPr>
            <a:spLocks noGrp="1"/>
          </p:cNvSpPr>
          <p:nvPr>
            <p:ph type="dt" sz="half" idx="30"/>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19D7F3DD-7755-0EA7-F383-D02C29577AEE}"/>
              </a:ext>
            </a:extLst>
          </p:cNvPr>
          <p:cNvSpPr>
            <a:spLocks noGrp="1"/>
          </p:cNvSpPr>
          <p:nvPr>
            <p:ph type="ftr" sz="quarter" idx="31"/>
          </p:nvPr>
        </p:nvSpPr>
        <p:spPr/>
        <p:txBody>
          <a:bodyPr/>
          <a:lstStyle/>
          <a:p>
            <a:r>
              <a:rPr lang="en-US"/>
              <a:t>Confidential / internal tag</a:t>
            </a:r>
            <a:endParaRPr lang="en-US" dirty="0"/>
          </a:p>
        </p:txBody>
      </p:sp>
      <p:sp>
        <p:nvSpPr>
          <p:cNvPr id="4" name="Slide Number Placeholder 3">
            <a:extLst>
              <a:ext uri="{FF2B5EF4-FFF2-40B4-BE49-F238E27FC236}">
                <a16:creationId xmlns:a16="http://schemas.microsoft.com/office/drawing/2014/main" id="{3B679479-A716-B2DA-60C5-8B6B2347F650}"/>
              </a:ext>
            </a:extLst>
          </p:cNvPr>
          <p:cNvSpPr>
            <a:spLocks noGrp="1"/>
          </p:cNvSpPr>
          <p:nvPr>
            <p:ph type="sldNum" sz="quarter" idx="32"/>
          </p:nvPr>
        </p:nvSpPr>
        <p:spPr/>
        <p:txBody>
          <a:bodyPr/>
          <a:lstStyle/>
          <a:p>
            <a:pPr algn="r"/>
            <a:fld id="{AE086683-F536-42AB-ABBC-F4803DFE8DBC}" type="slidenum">
              <a:rPr lang="en-US" smtClean="0"/>
              <a:pPr algn="r"/>
              <a:t>‹#›</a:t>
            </a:fld>
            <a:endParaRPr lang="en-US" dirty="0"/>
          </a:p>
        </p:txBody>
      </p:sp>
      <p:sp>
        <p:nvSpPr>
          <p:cNvPr id="6" name="Title 5">
            <a:extLst>
              <a:ext uri="{FF2B5EF4-FFF2-40B4-BE49-F238E27FC236}">
                <a16:creationId xmlns:a16="http://schemas.microsoft.com/office/drawing/2014/main" id="{7C13A3A8-E3AB-7EBE-A691-43BB5A3B1AEF}"/>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17F650A2-C8D8-80CD-198F-EF3C218E1C49}"/>
              </a:ext>
            </a:extLst>
          </p:cNvPr>
          <p:cNvSpPr>
            <a:spLocks noGrp="1"/>
          </p:cNvSpPr>
          <p:nvPr>
            <p:ph sz="quarter" idx="33"/>
          </p:nvPr>
        </p:nvSpPr>
        <p:spPr>
          <a:xfrm>
            <a:off x="347945" y="1700213"/>
            <a:ext cx="3738282" cy="456247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7" name="Text Placeholder 2">
            <a:extLst>
              <a:ext uri="{FF2B5EF4-FFF2-40B4-BE49-F238E27FC236}">
                <a16:creationId xmlns:a16="http://schemas.microsoft.com/office/drawing/2014/main" id="{83BCAF9B-6A44-681B-AD1E-29BA52CDA9C5}"/>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28361586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OC: 2 graphs and text">
    <p:bg>
      <p:bgPr>
        <a:solidFill>
          <a:schemeClr val="bg1">
            <a:lumMod val="95000"/>
          </a:schemeClr>
        </a:solidFill>
        <a:effectLst/>
      </p:bgPr>
    </p:bg>
    <p:spTree>
      <p:nvGrpSpPr>
        <p:cNvPr id="1" name=""/>
        <p:cNvGrpSpPr/>
        <p:nvPr/>
      </p:nvGrpSpPr>
      <p:grpSpPr>
        <a:xfrm>
          <a:off x="0" y="0"/>
          <a:ext cx="0" cy="0"/>
          <a:chOff x="0" y="0"/>
          <a:chExt cx="0" cy="0"/>
        </a:xfrm>
      </p:grpSpPr>
      <p:sp>
        <p:nvSpPr>
          <p:cNvPr id="7" name="Content Placeholder 9">
            <a:extLst>
              <a:ext uri="{FF2B5EF4-FFF2-40B4-BE49-F238E27FC236}">
                <a16:creationId xmlns:a16="http://schemas.microsoft.com/office/drawing/2014/main" id="{72E20ED2-BC3C-8821-B766-C92184461D98}"/>
              </a:ext>
            </a:extLst>
          </p:cNvPr>
          <p:cNvSpPr>
            <a:spLocks noGrp="1"/>
          </p:cNvSpPr>
          <p:nvPr>
            <p:ph sz="quarter" idx="25" hasCustomPrompt="1"/>
          </p:nvPr>
        </p:nvSpPr>
        <p:spPr>
          <a:xfrm>
            <a:off x="6157913" y="1700213"/>
            <a:ext cx="5686141" cy="2105024"/>
          </a:xfrm>
          <a:noFill/>
        </p:spPr>
        <p:txBody>
          <a:bodyPr vert="horz" lIns="0" tIns="216000" rIns="0" bIns="0" rtlCol="0" anchor="t" anchorCtr="1">
            <a:normAutofit/>
          </a:bodyPr>
          <a:lstStyle>
            <a:lvl1pPr marL="0" indent="0">
              <a:buFont typeface="Arial" panose="020B0604020202020204" pitchFamily="34" charse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9" name="Content Placeholder 9">
            <a:extLst>
              <a:ext uri="{FF2B5EF4-FFF2-40B4-BE49-F238E27FC236}">
                <a16:creationId xmlns:a16="http://schemas.microsoft.com/office/drawing/2014/main" id="{628C9299-3397-5D92-130E-13304FF489D5}"/>
              </a:ext>
            </a:extLst>
          </p:cNvPr>
          <p:cNvSpPr>
            <a:spLocks noGrp="1"/>
          </p:cNvSpPr>
          <p:nvPr>
            <p:ph sz="quarter" idx="30" hasCustomPrompt="1"/>
          </p:nvPr>
        </p:nvSpPr>
        <p:spPr>
          <a:xfrm>
            <a:off x="6157913" y="4156687"/>
            <a:ext cx="5686141" cy="2106000"/>
          </a:xfrm>
          <a:noFill/>
        </p:spPr>
        <p:txBody>
          <a:bodyPr vert="horz" lIns="0" tIns="216000" rIns="0" bIns="0" rtlCol="0" anchor="t" anchorCtr="1">
            <a:normAutofit/>
          </a:bodyPr>
          <a:lstStyle>
            <a:lvl1pPr marL="0" indent="0">
              <a:buFont typeface="Arial" panose="020B0604020202020204" pitchFamily="34" charse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15" name="Text Placeholder 3">
            <a:extLst>
              <a:ext uri="{FF2B5EF4-FFF2-40B4-BE49-F238E27FC236}">
                <a16:creationId xmlns:a16="http://schemas.microsoft.com/office/drawing/2014/main" id="{F0335EF3-CB2A-A2FC-5489-532D5060F80F}"/>
              </a:ext>
            </a:extLst>
          </p:cNvPr>
          <p:cNvSpPr>
            <a:spLocks noGrp="1"/>
          </p:cNvSpPr>
          <p:nvPr>
            <p:ph type="body" sz="quarter" idx="29" hasCustomPrompt="1"/>
          </p:nvPr>
        </p:nvSpPr>
        <p:spPr>
          <a:xfrm>
            <a:off x="6157913" y="1424309"/>
            <a:ext cx="3752850" cy="204770"/>
          </a:xfrm>
        </p:spPr>
        <p:txBody>
          <a:bodyPr vert="horz" lIns="0" tIns="0" rIns="0" bIns="0" rtlCol="0" anchor="b">
            <a:noAutofit/>
          </a:bodyPr>
          <a:lstStyle>
            <a:lvl1pPr marL="0" indent="0">
              <a:lnSpc>
                <a:spcPts val="1400"/>
              </a:lnSpc>
              <a:spcBef>
                <a:spcPts val="900"/>
              </a:spcBef>
              <a:buFont typeface="Arial" panose="020B0604020202020204" pitchFamily="34" charset="0"/>
              <a:buNone/>
              <a:defRPr lang="en-US" sz="1000" dirty="0">
                <a:latin typeface="+mj-lt"/>
              </a:defRPr>
            </a:lvl1pPr>
          </a:lstStyle>
          <a:p>
            <a:pPr marL="217488" lvl="0" indent="-217488">
              <a:lnSpc>
                <a:spcPct val="140000"/>
              </a:lnSpc>
            </a:pPr>
            <a:r>
              <a:rPr lang="en-US"/>
              <a:t>Click to add title</a:t>
            </a:r>
            <a:endParaRPr lang="en-US" dirty="0"/>
          </a:p>
        </p:txBody>
      </p:sp>
      <p:sp>
        <p:nvSpPr>
          <p:cNvPr id="16" name="Text Placeholder 3">
            <a:extLst>
              <a:ext uri="{FF2B5EF4-FFF2-40B4-BE49-F238E27FC236}">
                <a16:creationId xmlns:a16="http://schemas.microsoft.com/office/drawing/2014/main" id="{C7FA5D98-4197-4768-8B77-8101CEFD6D5F}"/>
              </a:ext>
            </a:extLst>
          </p:cNvPr>
          <p:cNvSpPr>
            <a:spLocks noGrp="1"/>
          </p:cNvSpPr>
          <p:nvPr>
            <p:ph type="body" sz="quarter" idx="34" hasCustomPrompt="1"/>
          </p:nvPr>
        </p:nvSpPr>
        <p:spPr>
          <a:xfrm>
            <a:off x="6157913" y="3876371"/>
            <a:ext cx="5686141" cy="204770"/>
          </a:xfrm>
        </p:spPr>
        <p:txBody>
          <a:bodyPr vert="horz" lIns="0" tIns="0" rIns="0" bIns="0" rtlCol="0" anchor="b">
            <a:noAutofit/>
          </a:bodyPr>
          <a:lstStyle>
            <a:lvl1pPr marL="0" indent="0">
              <a:lnSpc>
                <a:spcPts val="1400"/>
              </a:lnSpc>
              <a:spcBef>
                <a:spcPts val="900"/>
              </a:spcBef>
              <a:buFont typeface="Arial" panose="020B0604020202020204" pitchFamily="34" charset="0"/>
              <a:buNone/>
              <a:defRPr lang="en-US" sz="1000" dirty="0">
                <a:latin typeface="+mj-lt"/>
              </a:defRPr>
            </a:lvl1pPr>
          </a:lstStyle>
          <a:p>
            <a:pPr marL="217488" lvl="0" indent="-217488">
              <a:lnSpc>
                <a:spcPct val="140000"/>
              </a:lnSpc>
            </a:pPr>
            <a:r>
              <a:rPr lang="en-US"/>
              <a:t>Click to add title</a:t>
            </a:r>
            <a:endParaRPr lang="en-US" dirty="0"/>
          </a:p>
        </p:txBody>
      </p:sp>
      <p:sp>
        <p:nvSpPr>
          <p:cNvPr id="2" name="Date Placeholder 1">
            <a:extLst>
              <a:ext uri="{FF2B5EF4-FFF2-40B4-BE49-F238E27FC236}">
                <a16:creationId xmlns:a16="http://schemas.microsoft.com/office/drawing/2014/main" id="{497928F3-64CC-21AA-6C7A-E1CC1DBA2899}"/>
              </a:ext>
            </a:extLst>
          </p:cNvPr>
          <p:cNvSpPr>
            <a:spLocks noGrp="1"/>
          </p:cNvSpPr>
          <p:nvPr>
            <p:ph type="dt" sz="half" idx="35"/>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CFCBEE4D-8C38-D5F2-0987-A19507C9BBD6}"/>
              </a:ext>
            </a:extLst>
          </p:cNvPr>
          <p:cNvSpPr>
            <a:spLocks noGrp="1"/>
          </p:cNvSpPr>
          <p:nvPr>
            <p:ph type="ftr" sz="quarter" idx="36"/>
          </p:nvPr>
        </p:nvSpPr>
        <p:spPr/>
        <p:txBody>
          <a:bodyPr/>
          <a:lstStyle/>
          <a:p>
            <a:r>
              <a:rPr lang="en-US"/>
              <a:t>Confidential / internal tag</a:t>
            </a:r>
            <a:endParaRPr lang="en-US" dirty="0"/>
          </a:p>
        </p:txBody>
      </p:sp>
      <p:sp>
        <p:nvSpPr>
          <p:cNvPr id="4" name="Slide Number Placeholder 3">
            <a:extLst>
              <a:ext uri="{FF2B5EF4-FFF2-40B4-BE49-F238E27FC236}">
                <a16:creationId xmlns:a16="http://schemas.microsoft.com/office/drawing/2014/main" id="{36645A22-8156-E949-FEFF-E4C0C9558BFC}"/>
              </a:ext>
            </a:extLst>
          </p:cNvPr>
          <p:cNvSpPr>
            <a:spLocks noGrp="1"/>
          </p:cNvSpPr>
          <p:nvPr>
            <p:ph type="sldNum" sz="quarter" idx="37"/>
          </p:nvPr>
        </p:nvSpPr>
        <p:spPr/>
        <p:txBody>
          <a:bodyPr/>
          <a:lstStyle/>
          <a:p>
            <a:pPr algn="r"/>
            <a:fld id="{AE086683-F536-42AB-ABBC-F4803DFE8DBC}" type="slidenum">
              <a:rPr lang="en-US" smtClean="0"/>
              <a:pPr algn="r"/>
              <a:t>‹#›</a:t>
            </a:fld>
            <a:endParaRPr lang="en-US" dirty="0"/>
          </a:p>
        </p:txBody>
      </p:sp>
      <p:sp>
        <p:nvSpPr>
          <p:cNvPr id="5" name="Title 4">
            <a:extLst>
              <a:ext uri="{FF2B5EF4-FFF2-40B4-BE49-F238E27FC236}">
                <a16:creationId xmlns:a16="http://schemas.microsoft.com/office/drawing/2014/main" id="{F0C1EA49-33A6-5CF8-6DD1-74DDAF7A5101}"/>
              </a:ext>
            </a:extLst>
          </p:cNvPr>
          <p:cNvSpPr>
            <a:spLocks noGrp="1"/>
          </p:cNvSpPr>
          <p:nvPr>
            <p:ph type="title"/>
          </p:nvPr>
        </p:nvSpPr>
        <p:spPr/>
        <p:txBody>
          <a:bodyPr/>
          <a:lstStyle/>
          <a:p>
            <a:r>
              <a:rPr lang="en-US"/>
              <a:t>Click to edit Master title style</a:t>
            </a:r>
          </a:p>
        </p:txBody>
      </p:sp>
      <p:sp>
        <p:nvSpPr>
          <p:cNvPr id="6" name="Content Placeholder 8">
            <a:extLst>
              <a:ext uri="{FF2B5EF4-FFF2-40B4-BE49-F238E27FC236}">
                <a16:creationId xmlns:a16="http://schemas.microsoft.com/office/drawing/2014/main" id="{BA05C6C3-3A29-36DC-D7A3-FACCAAE33A20}"/>
              </a:ext>
            </a:extLst>
          </p:cNvPr>
          <p:cNvSpPr>
            <a:spLocks noGrp="1"/>
          </p:cNvSpPr>
          <p:nvPr>
            <p:ph sz="quarter" idx="33"/>
          </p:nvPr>
        </p:nvSpPr>
        <p:spPr>
          <a:xfrm>
            <a:off x="347945" y="1700213"/>
            <a:ext cx="3738282" cy="456247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8" name="Text Placeholder 2">
            <a:extLst>
              <a:ext uri="{FF2B5EF4-FFF2-40B4-BE49-F238E27FC236}">
                <a16:creationId xmlns:a16="http://schemas.microsoft.com/office/drawing/2014/main" id="{A704ED0E-7FBD-65D8-DB14-C773EC9B2632}"/>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39312883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OC: 3 graphs and text">
    <p:bg>
      <p:bgPr>
        <a:solidFill>
          <a:schemeClr val="bg1">
            <a:lumMod val="95000"/>
          </a:schemeClr>
        </a:solidFill>
        <a:effectLst/>
      </p:bgPr>
    </p:bg>
    <p:spTree>
      <p:nvGrpSpPr>
        <p:cNvPr id="1" name=""/>
        <p:cNvGrpSpPr/>
        <p:nvPr/>
      </p:nvGrpSpPr>
      <p:grpSpPr>
        <a:xfrm>
          <a:off x="0" y="0"/>
          <a:ext cx="0" cy="0"/>
          <a:chOff x="0" y="0"/>
          <a:chExt cx="0" cy="0"/>
        </a:xfrm>
      </p:grpSpPr>
      <p:sp>
        <p:nvSpPr>
          <p:cNvPr id="2" name="Content Placeholder 9">
            <a:extLst>
              <a:ext uri="{FF2B5EF4-FFF2-40B4-BE49-F238E27FC236}">
                <a16:creationId xmlns:a16="http://schemas.microsoft.com/office/drawing/2014/main" id="{D77A79D6-D58B-DFA3-9238-37358EFB993A}"/>
              </a:ext>
            </a:extLst>
          </p:cNvPr>
          <p:cNvSpPr>
            <a:spLocks noGrp="1"/>
          </p:cNvSpPr>
          <p:nvPr>
            <p:ph sz="quarter" idx="25" hasCustomPrompt="1"/>
          </p:nvPr>
        </p:nvSpPr>
        <p:spPr>
          <a:xfrm>
            <a:off x="6157913" y="1700213"/>
            <a:ext cx="5686141" cy="2105024"/>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5" name="Content Placeholder 9">
            <a:extLst>
              <a:ext uri="{FF2B5EF4-FFF2-40B4-BE49-F238E27FC236}">
                <a16:creationId xmlns:a16="http://schemas.microsoft.com/office/drawing/2014/main" id="{35F76CF5-AA81-CEA2-5FD9-CB4B334E70DB}"/>
              </a:ext>
            </a:extLst>
          </p:cNvPr>
          <p:cNvSpPr>
            <a:spLocks noGrp="1"/>
          </p:cNvSpPr>
          <p:nvPr>
            <p:ph sz="quarter" idx="30" hasCustomPrompt="1"/>
          </p:nvPr>
        </p:nvSpPr>
        <p:spPr>
          <a:xfrm>
            <a:off x="6157913" y="4156687"/>
            <a:ext cx="2782887" cy="2106000"/>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17" name="Content Placeholder 9">
            <a:extLst>
              <a:ext uri="{FF2B5EF4-FFF2-40B4-BE49-F238E27FC236}">
                <a16:creationId xmlns:a16="http://schemas.microsoft.com/office/drawing/2014/main" id="{51B5AEF0-E185-72D6-5721-CD2526AD7535}"/>
              </a:ext>
            </a:extLst>
          </p:cNvPr>
          <p:cNvSpPr>
            <a:spLocks noGrp="1"/>
          </p:cNvSpPr>
          <p:nvPr>
            <p:ph sz="quarter" idx="32" hasCustomPrompt="1"/>
          </p:nvPr>
        </p:nvSpPr>
        <p:spPr>
          <a:xfrm>
            <a:off x="9065286" y="4156688"/>
            <a:ext cx="2782887" cy="2106000"/>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3" name="Date Placeholder 2">
            <a:extLst>
              <a:ext uri="{FF2B5EF4-FFF2-40B4-BE49-F238E27FC236}">
                <a16:creationId xmlns:a16="http://schemas.microsoft.com/office/drawing/2014/main" id="{D2897327-4C26-9C77-39BA-AC0C1220441E}"/>
              </a:ext>
            </a:extLst>
          </p:cNvPr>
          <p:cNvSpPr>
            <a:spLocks noGrp="1"/>
          </p:cNvSpPr>
          <p:nvPr>
            <p:ph type="dt" sz="half" idx="36"/>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A6E37B55-0DFA-90C5-FC38-42627FCB3944}"/>
              </a:ext>
            </a:extLst>
          </p:cNvPr>
          <p:cNvSpPr>
            <a:spLocks noGrp="1"/>
          </p:cNvSpPr>
          <p:nvPr>
            <p:ph type="ftr" sz="quarter" idx="37"/>
          </p:nvPr>
        </p:nvSpPr>
        <p:spPr/>
        <p:txBody>
          <a:bodyPr/>
          <a:lstStyle/>
          <a:p>
            <a:r>
              <a:rPr lang="en-US"/>
              <a:t>Confidential / internal tag</a:t>
            </a:r>
            <a:endParaRPr lang="en-US" dirty="0"/>
          </a:p>
        </p:txBody>
      </p:sp>
      <p:sp>
        <p:nvSpPr>
          <p:cNvPr id="7" name="Slide Number Placeholder 6">
            <a:extLst>
              <a:ext uri="{FF2B5EF4-FFF2-40B4-BE49-F238E27FC236}">
                <a16:creationId xmlns:a16="http://schemas.microsoft.com/office/drawing/2014/main" id="{9B29F8D2-0BBC-2E49-5279-352239EF12F0}"/>
              </a:ext>
            </a:extLst>
          </p:cNvPr>
          <p:cNvSpPr>
            <a:spLocks noGrp="1"/>
          </p:cNvSpPr>
          <p:nvPr>
            <p:ph type="sldNum" sz="quarter" idx="38"/>
          </p:nvPr>
        </p:nvSpPr>
        <p:spPr/>
        <p:txBody>
          <a:bodyPr/>
          <a:lstStyle/>
          <a:p>
            <a:pPr algn="r"/>
            <a:fld id="{AE086683-F536-42AB-ABBC-F4803DFE8DBC}" type="slidenum">
              <a:rPr lang="en-US" smtClean="0"/>
              <a:pPr algn="r"/>
              <a:t>‹#›</a:t>
            </a:fld>
            <a:endParaRPr lang="en-US" dirty="0"/>
          </a:p>
        </p:txBody>
      </p:sp>
      <p:sp>
        <p:nvSpPr>
          <p:cNvPr id="10" name="Text Placeholder 3">
            <a:extLst>
              <a:ext uri="{FF2B5EF4-FFF2-40B4-BE49-F238E27FC236}">
                <a16:creationId xmlns:a16="http://schemas.microsoft.com/office/drawing/2014/main" id="{00D236D6-BB33-608D-BC61-A3BEAB2B5663}"/>
              </a:ext>
            </a:extLst>
          </p:cNvPr>
          <p:cNvSpPr>
            <a:spLocks noGrp="1"/>
          </p:cNvSpPr>
          <p:nvPr>
            <p:ph type="body" sz="quarter" idx="29" hasCustomPrompt="1"/>
          </p:nvPr>
        </p:nvSpPr>
        <p:spPr>
          <a:xfrm>
            <a:off x="6157913" y="1424309"/>
            <a:ext cx="3752850" cy="204770"/>
          </a:xfrm>
        </p:spPr>
        <p:txBody>
          <a:bodyPr vert="horz" lIns="0" tIns="0" rIns="0" bIns="0" rtlCol="0" anchor="b">
            <a:noAutofit/>
          </a:bodyPr>
          <a:lstStyle>
            <a:lvl1pPr marL="0" indent="0">
              <a:lnSpc>
                <a:spcPts val="1400"/>
              </a:lnSpc>
              <a:spcBef>
                <a:spcPts val="900"/>
              </a:spcBef>
              <a:buFont typeface="Arial" panose="020B0604020202020204" pitchFamily="34" charset="0"/>
              <a:buNone/>
              <a:defRPr lang="en-US" sz="1000" dirty="0">
                <a:latin typeface="+mj-lt"/>
              </a:defRPr>
            </a:lvl1pPr>
          </a:lstStyle>
          <a:p>
            <a:pPr marL="217488" lvl="0" indent="-217488">
              <a:lnSpc>
                <a:spcPct val="140000"/>
              </a:lnSpc>
            </a:pPr>
            <a:r>
              <a:rPr lang="en-US"/>
              <a:t>Click to add title</a:t>
            </a:r>
            <a:endParaRPr lang="en-US" dirty="0"/>
          </a:p>
        </p:txBody>
      </p:sp>
      <p:sp>
        <p:nvSpPr>
          <p:cNvPr id="11" name="Text Placeholder 3">
            <a:extLst>
              <a:ext uri="{FF2B5EF4-FFF2-40B4-BE49-F238E27FC236}">
                <a16:creationId xmlns:a16="http://schemas.microsoft.com/office/drawing/2014/main" id="{34DCBA9C-0CE6-062B-0BF8-3C38ED03D80F}"/>
              </a:ext>
            </a:extLst>
          </p:cNvPr>
          <p:cNvSpPr>
            <a:spLocks noGrp="1"/>
          </p:cNvSpPr>
          <p:nvPr>
            <p:ph type="body" sz="quarter" idx="34" hasCustomPrompt="1"/>
          </p:nvPr>
        </p:nvSpPr>
        <p:spPr>
          <a:xfrm>
            <a:off x="6157913" y="3876372"/>
            <a:ext cx="2782888" cy="204770"/>
          </a:xfrm>
        </p:spPr>
        <p:txBody>
          <a:bodyPr vert="horz" lIns="0" tIns="0" rIns="0" bIns="0" rtlCol="0" anchor="b">
            <a:noAutofit/>
          </a:bodyPr>
          <a:lstStyle>
            <a:lvl1pPr marL="0" indent="0">
              <a:lnSpc>
                <a:spcPts val="1400"/>
              </a:lnSpc>
              <a:spcBef>
                <a:spcPts val="900"/>
              </a:spcBef>
              <a:buFont typeface="Arial" panose="020B0604020202020204" pitchFamily="34" charset="0"/>
              <a:buNone/>
              <a:defRPr lang="en-US" sz="1000" dirty="0">
                <a:latin typeface="+mj-lt"/>
              </a:defRPr>
            </a:lvl1pPr>
          </a:lstStyle>
          <a:p>
            <a:pPr marL="217488" lvl="0" indent="-217488">
              <a:lnSpc>
                <a:spcPct val="140000"/>
              </a:lnSpc>
            </a:pPr>
            <a:r>
              <a:rPr lang="en-US"/>
              <a:t>Click to add title</a:t>
            </a:r>
            <a:endParaRPr lang="en-US" dirty="0"/>
          </a:p>
        </p:txBody>
      </p:sp>
      <p:sp>
        <p:nvSpPr>
          <p:cNvPr id="13" name="Text Placeholder 3">
            <a:extLst>
              <a:ext uri="{FF2B5EF4-FFF2-40B4-BE49-F238E27FC236}">
                <a16:creationId xmlns:a16="http://schemas.microsoft.com/office/drawing/2014/main" id="{70193E2C-5D7A-9012-FAD9-3032676A1255}"/>
              </a:ext>
            </a:extLst>
          </p:cNvPr>
          <p:cNvSpPr>
            <a:spLocks noGrp="1"/>
          </p:cNvSpPr>
          <p:nvPr>
            <p:ph type="body" sz="quarter" idx="39" hasCustomPrompt="1"/>
          </p:nvPr>
        </p:nvSpPr>
        <p:spPr>
          <a:xfrm>
            <a:off x="9065285" y="3876372"/>
            <a:ext cx="2782888" cy="204770"/>
          </a:xfrm>
        </p:spPr>
        <p:txBody>
          <a:bodyPr vert="horz" lIns="0" tIns="0" rIns="0" bIns="0" rtlCol="0" anchor="b">
            <a:noAutofit/>
          </a:bodyPr>
          <a:lstStyle>
            <a:lvl1pPr marL="0" indent="0">
              <a:lnSpc>
                <a:spcPts val="1400"/>
              </a:lnSpc>
              <a:spcBef>
                <a:spcPts val="900"/>
              </a:spcBef>
              <a:buFont typeface="Arial" panose="020B0604020202020204" pitchFamily="34" charset="0"/>
              <a:buNone/>
              <a:defRPr lang="en-US" sz="1000" dirty="0">
                <a:latin typeface="+mj-lt"/>
              </a:defRPr>
            </a:lvl1pPr>
          </a:lstStyle>
          <a:p>
            <a:pPr marL="217488" lvl="0" indent="-217488">
              <a:lnSpc>
                <a:spcPct val="140000"/>
              </a:lnSpc>
            </a:pPr>
            <a:r>
              <a:rPr lang="en-US"/>
              <a:t>Click to add title</a:t>
            </a:r>
            <a:endParaRPr lang="en-US" dirty="0"/>
          </a:p>
        </p:txBody>
      </p:sp>
      <p:sp>
        <p:nvSpPr>
          <p:cNvPr id="4" name="Title 3">
            <a:extLst>
              <a:ext uri="{FF2B5EF4-FFF2-40B4-BE49-F238E27FC236}">
                <a16:creationId xmlns:a16="http://schemas.microsoft.com/office/drawing/2014/main" id="{7A056403-018A-C062-48D1-F8C3F63BFE1D}"/>
              </a:ext>
            </a:extLst>
          </p:cNvPr>
          <p:cNvSpPr>
            <a:spLocks noGrp="1"/>
          </p:cNvSpPr>
          <p:nvPr>
            <p:ph type="title"/>
          </p:nvPr>
        </p:nvSpPr>
        <p:spPr/>
        <p:txBody>
          <a:bodyPr/>
          <a:lstStyle/>
          <a:p>
            <a:r>
              <a:rPr lang="en-US"/>
              <a:t>Click to edit Master title style</a:t>
            </a:r>
          </a:p>
        </p:txBody>
      </p:sp>
      <p:sp>
        <p:nvSpPr>
          <p:cNvPr id="8" name="Content Placeholder 8">
            <a:extLst>
              <a:ext uri="{FF2B5EF4-FFF2-40B4-BE49-F238E27FC236}">
                <a16:creationId xmlns:a16="http://schemas.microsoft.com/office/drawing/2014/main" id="{E86FC022-9F0C-59B0-89CA-3A2B47E06629}"/>
              </a:ext>
            </a:extLst>
          </p:cNvPr>
          <p:cNvSpPr>
            <a:spLocks noGrp="1"/>
          </p:cNvSpPr>
          <p:nvPr>
            <p:ph sz="quarter" idx="33"/>
          </p:nvPr>
        </p:nvSpPr>
        <p:spPr>
          <a:xfrm>
            <a:off x="347945" y="1700213"/>
            <a:ext cx="3738282" cy="456247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9" name="Text Placeholder 2">
            <a:extLst>
              <a:ext uri="{FF2B5EF4-FFF2-40B4-BE49-F238E27FC236}">
                <a16:creationId xmlns:a16="http://schemas.microsoft.com/office/drawing/2014/main" id="{0732CE23-F7AA-C55A-0DB7-B5ABBEA651E1}"/>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37975298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OC: 2 columns and 1 graph (small)">
    <p:bg>
      <p:bgPr>
        <a:solidFill>
          <a:schemeClr val="bg1">
            <a:lumMod val="95000"/>
          </a:schemeClr>
        </a:solidFill>
        <a:effectLst/>
      </p:bgPr>
    </p:bg>
    <p:spTree>
      <p:nvGrpSpPr>
        <p:cNvPr id="1" name=""/>
        <p:cNvGrpSpPr/>
        <p:nvPr/>
      </p:nvGrpSpPr>
      <p:grpSpPr>
        <a:xfrm>
          <a:off x="0" y="0"/>
          <a:ext cx="0" cy="0"/>
          <a:chOff x="0" y="0"/>
          <a:chExt cx="0" cy="0"/>
        </a:xfrm>
      </p:grpSpPr>
      <p:sp>
        <p:nvSpPr>
          <p:cNvPr id="4" name="Content Placeholder 9">
            <a:extLst>
              <a:ext uri="{FF2B5EF4-FFF2-40B4-BE49-F238E27FC236}">
                <a16:creationId xmlns:a16="http://schemas.microsoft.com/office/drawing/2014/main" id="{0A83AE7A-8296-B0E2-46F6-12CAFE210924}"/>
              </a:ext>
            </a:extLst>
          </p:cNvPr>
          <p:cNvSpPr>
            <a:spLocks noGrp="1"/>
          </p:cNvSpPr>
          <p:nvPr>
            <p:ph sz="quarter" idx="25" hasCustomPrompt="1"/>
          </p:nvPr>
        </p:nvSpPr>
        <p:spPr>
          <a:xfrm>
            <a:off x="341313" y="1943896"/>
            <a:ext cx="4721225" cy="4318792"/>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6" name="Text Placeholder 3">
            <a:extLst>
              <a:ext uri="{FF2B5EF4-FFF2-40B4-BE49-F238E27FC236}">
                <a16:creationId xmlns:a16="http://schemas.microsoft.com/office/drawing/2014/main" id="{34E76805-64A2-F41A-E084-FAA59180B714}"/>
              </a:ext>
            </a:extLst>
          </p:cNvPr>
          <p:cNvSpPr>
            <a:spLocks noGrp="1"/>
          </p:cNvSpPr>
          <p:nvPr>
            <p:ph type="body" sz="quarter" idx="29" hasCustomPrompt="1"/>
          </p:nvPr>
        </p:nvSpPr>
        <p:spPr>
          <a:xfrm>
            <a:off x="342901" y="1668354"/>
            <a:ext cx="3752850" cy="204770"/>
          </a:xfrm>
        </p:spPr>
        <p:txBody>
          <a:bodyPr vert="horz" lIns="0" tIns="0" rIns="0" bIns="0" rtlCol="0" anchor="b">
            <a:noAutofit/>
          </a:bodyPr>
          <a:lstStyle>
            <a:lvl1pPr marL="0" indent="0">
              <a:lnSpc>
                <a:spcPts val="1400"/>
              </a:lnSpc>
              <a:spcBef>
                <a:spcPts val="900"/>
              </a:spcBef>
              <a:buNone/>
              <a:defRPr lang="en-US" sz="1000" dirty="0">
                <a:latin typeface="+mj-lt"/>
              </a:defRPr>
            </a:lvl1pPr>
          </a:lstStyle>
          <a:p>
            <a:pPr marL="217488" lvl="0" indent="-217488">
              <a:lnSpc>
                <a:spcPct val="140000"/>
              </a:lnSpc>
            </a:pPr>
            <a:r>
              <a:rPr lang="en-US"/>
              <a:t>Click to add title</a:t>
            </a:r>
            <a:endParaRPr lang="en-US" dirty="0"/>
          </a:p>
        </p:txBody>
      </p:sp>
      <p:sp>
        <p:nvSpPr>
          <p:cNvPr id="2" name="Date Placeholder 1">
            <a:extLst>
              <a:ext uri="{FF2B5EF4-FFF2-40B4-BE49-F238E27FC236}">
                <a16:creationId xmlns:a16="http://schemas.microsoft.com/office/drawing/2014/main" id="{B43B06EE-212D-C740-75CC-8D46D550D5A5}"/>
              </a:ext>
            </a:extLst>
          </p:cNvPr>
          <p:cNvSpPr>
            <a:spLocks noGrp="1"/>
          </p:cNvSpPr>
          <p:nvPr>
            <p:ph type="dt" sz="half" idx="31"/>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E742F51F-9078-D62E-7386-26534FBE201C}"/>
              </a:ext>
            </a:extLst>
          </p:cNvPr>
          <p:cNvSpPr>
            <a:spLocks noGrp="1"/>
          </p:cNvSpPr>
          <p:nvPr>
            <p:ph type="ftr" sz="quarter" idx="32"/>
          </p:nvPr>
        </p:nvSpPr>
        <p:spPr/>
        <p:txBody>
          <a:bodyPr/>
          <a:lstStyle/>
          <a:p>
            <a:r>
              <a:rPr lang="en-US"/>
              <a:t>Confidential / internal tag</a:t>
            </a:r>
            <a:endParaRPr lang="en-US" dirty="0"/>
          </a:p>
        </p:txBody>
      </p:sp>
      <p:sp>
        <p:nvSpPr>
          <p:cNvPr id="7" name="Slide Number Placeholder 6">
            <a:extLst>
              <a:ext uri="{FF2B5EF4-FFF2-40B4-BE49-F238E27FC236}">
                <a16:creationId xmlns:a16="http://schemas.microsoft.com/office/drawing/2014/main" id="{0DD355D0-2B92-D7CD-3AE3-7E115E53F461}"/>
              </a:ext>
            </a:extLst>
          </p:cNvPr>
          <p:cNvSpPr>
            <a:spLocks noGrp="1"/>
          </p:cNvSpPr>
          <p:nvPr>
            <p:ph type="sldNum" sz="quarter" idx="33"/>
          </p:nvPr>
        </p:nvSpPr>
        <p:spPr/>
        <p:txBody>
          <a:bodyPr/>
          <a:lstStyle/>
          <a:p>
            <a:pPr algn="r"/>
            <a:fld id="{AE086683-F536-42AB-ABBC-F4803DFE8DBC}" type="slidenum">
              <a:rPr lang="en-US" smtClean="0"/>
              <a:pPr algn="r"/>
              <a:t>‹#›</a:t>
            </a:fld>
            <a:endParaRPr lang="en-US" dirty="0"/>
          </a:p>
        </p:txBody>
      </p:sp>
      <p:sp>
        <p:nvSpPr>
          <p:cNvPr id="9" name="Title 8">
            <a:extLst>
              <a:ext uri="{FF2B5EF4-FFF2-40B4-BE49-F238E27FC236}">
                <a16:creationId xmlns:a16="http://schemas.microsoft.com/office/drawing/2014/main" id="{E7D5BE60-0583-5A28-1F68-F55F1A134838}"/>
              </a:ext>
            </a:extLst>
          </p:cNvPr>
          <p:cNvSpPr>
            <a:spLocks noGrp="1"/>
          </p:cNvSpPr>
          <p:nvPr>
            <p:ph type="title"/>
          </p:nvPr>
        </p:nvSpPr>
        <p:spPr/>
        <p:txBody>
          <a:bodyPr/>
          <a:lstStyle/>
          <a:p>
            <a:r>
              <a:rPr lang="en-US"/>
              <a:t>Click to edit Master title style</a:t>
            </a:r>
          </a:p>
        </p:txBody>
      </p:sp>
      <p:sp>
        <p:nvSpPr>
          <p:cNvPr id="10" name="Content Placeholder 8">
            <a:extLst>
              <a:ext uri="{FF2B5EF4-FFF2-40B4-BE49-F238E27FC236}">
                <a16:creationId xmlns:a16="http://schemas.microsoft.com/office/drawing/2014/main" id="{8A1A8894-3F4E-4B32-C443-736C4F064FA7}"/>
              </a:ext>
            </a:extLst>
          </p:cNvPr>
          <p:cNvSpPr>
            <a:spLocks noGrp="1"/>
          </p:cNvSpPr>
          <p:nvPr>
            <p:ph sz="quarter" idx="34"/>
          </p:nvPr>
        </p:nvSpPr>
        <p:spPr>
          <a:xfrm>
            <a:off x="6160226" y="1700213"/>
            <a:ext cx="2779428" cy="456247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11" name="Content Placeholder 8">
            <a:extLst>
              <a:ext uri="{FF2B5EF4-FFF2-40B4-BE49-F238E27FC236}">
                <a16:creationId xmlns:a16="http://schemas.microsoft.com/office/drawing/2014/main" id="{6B441598-FD9C-39A9-DA07-6A3EA62E5D20}"/>
              </a:ext>
            </a:extLst>
          </p:cNvPr>
          <p:cNvSpPr>
            <a:spLocks noGrp="1"/>
          </p:cNvSpPr>
          <p:nvPr>
            <p:ph sz="quarter" idx="35"/>
          </p:nvPr>
        </p:nvSpPr>
        <p:spPr>
          <a:xfrm>
            <a:off x="9066214" y="1700213"/>
            <a:ext cx="2779428" cy="456247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5" name="Text Placeholder 2">
            <a:extLst>
              <a:ext uri="{FF2B5EF4-FFF2-40B4-BE49-F238E27FC236}">
                <a16:creationId xmlns:a16="http://schemas.microsoft.com/office/drawing/2014/main" id="{D3BC2ECA-9AE8-E84F-C126-DB6C1D20FFCB}"/>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2101527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s and 2 graphs (small)">
    <p:bg>
      <p:bgPr>
        <a:solidFill>
          <a:schemeClr val="bg1">
            <a:lumMod val="95000"/>
          </a:schemeClr>
        </a:solidFill>
        <a:effectLst/>
      </p:bgPr>
    </p:bg>
    <p:spTree>
      <p:nvGrpSpPr>
        <p:cNvPr id="1" name=""/>
        <p:cNvGrpSpPr/>
        <p:nvPr/>
      </p:nvGrpSpPr>
      <p:grpSpPr>
        <a:xfrm>
          <a:off x="0" y="0"/>
          <a:ext cx="0" cy="0"/>
          <a:chOff x="0" y="0"/>
          <a:chExt cx="0" cy="0"/>
        </a:xfrm>
      </p:grpSpPr>
      <p:sp>
        <p:nvSpPr>
          <p:cNvPr id="27" name="Content Placeholder 9">
            <a:extLst>
              <a:ext uri="{FF2B5EF4-FFF2-40B4-BE49-F238E27FC236}">
                <a16:creationId xmlns:a16="http://schemas.microsoft.com/office/drawing/2014/main" id="{3CF76097-BADB-6D69-B74E-41042A68A45F}"/>
              </a:ext>
            </a:extLst>
          </p:cNvPr>
          <p:cNvSpPr>
            <a:spLocks noGrp="1"/>
          </p:cNvSpPr>
          <p:nvPr>
            <p:ph sz="quarter" idx="25" hasCustomPrompt="1"/>
          </p:nvPr>
        </p:nvSpPr>
        <p:spPr>
          <a:xfrm>
            <a:off x="341313" y="1943896"/>
            <a:ext cx="4721225" cy="2011260"/>
          </a:xfrm>
          <a:noFill/>
        </p:spPr>
        <p:txBody>
          <a:bodyPr vert="horz" lIns="0" tIns="216000" rIns="0" bIns="0" rtlCol="0" anchor="t" anchorCtr="1">
            <a:normAutofit/>
          </a:bodyPr>
          <a:lstStyle>
            <a:lvl1pPr marL="0" indent="0">
              <a:buFont typeface="Arial" panose="020B0604020202020204" pitchFamily="34" charse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28" name="Content Placeholder 9">
            <a:extLst>
              <a:ext uri="{FF2B5EF4-FFF2-40B4-BE49-F238E27FC236}">
                <a16:creationId xmlns:a16="http://schemas.microsoft.com/office/drawing/2014/main" id="{64312969-2931-182A-D90D-9A76F4FEF365}"/>
              </a:ext>
            </a:extLst>
          </p:cNvPr>
          <p:cNvSpPr>
            <a:spLocks noGrp="1"/>
          </p:cNvSpPr>
          <p:nvPr>
            <p:ph sz="quarter" idx="31" hasCustomPrompt="1"/>
          </p:nvPr>
        </p:nvSpPr>
        <p:spPr>
          <a:xfrm>
            <a:off x="341312" y="4251428"/>
            <a:ext cx="4721225" cy="2011260"/>
          </a:xfrm>
          <a:noFill/>
        </p:spPr>
        <p:txBody>
          <a:bodyPr vert="horz" lIns="0" tIns="216000" rIns="0" bIns="0" rtlCol="0" anchor="t" anchorCtr="1">
            <a:normAutofit/>
          </a:bodyPr>
          <a:lstStyle>
            <a:lvl1pPr marL="0" indent="0">
              <a:buFont typeface="Arial" panose="020B0604020202020204" pitchFamily="34" charse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30" name="Text Placeholder 3">
            <a:extLst>
              <a:ext uri="{FF2B5EF4-FFF2-40B4-BE49-F238E27FC236}">
                <a16:creationId xmlns:a16="http://schemas.microsoft.com/office/drawing/2014/main" id="{0F4E7134-3985-0483-F20A-E10A3576C7C5}"/>
              </a:ext>
            </a:extLst>
          </p:cNvPr>
          <p:cNvSpPr>
            <a:spLocks noGrp="1"/>
          </p:cNvSpPr>
          <p:nvPr>
            <p:ph type="body" sz="quarter" idx="29" hasCustomPrompt="1"/>
          </p:nvPr>
        </p:nvSpPr>
        <p:spPr>
          <a:xfrm>
            <a:off x="342901" y="1668354"/>
            <a:ext cx="3752850" cy="204770"/>
          </a:xfrm>
        </p:spPr>
        <p:txBody>
          <a:bodyPr vert="horz" lIns="0" tIns="0" rIns="0" bIns="0" rtlCol="0" anchor="b">
            <a:noAutofit/>
          </a:bodyPr>
          <a:lstStyle>
            <a:lvl1pPr marL="0" indent="0">
              <a:lnSpc>
                <a:spcPts val="1400"/>
              </a:lnSpc>
              <a:spcBef>
                <a:spcPts val="900"/>
              </a:spcBef>
              <a:buFont typeface="Arial" panose="020B0604020202020204" pitchFamily="34" charset="0"/>
              <a:buNone/>
              <a:defRPr lang="en-US" sz="1000" dirty="0">
                <a:latin typeface="+mj-lt"/>
              </a:defRPr>
            </a:lvl1pPr>
          </a:lstStyle>
          <a:p>
            <a:pPr marL="217488" lvl="0" indent="-217488">
              <a:lnSpc>
                <a:spcPct val="140000"/>
              </a:lnSpc>
            </a:pPr>
            <a:r>
              <a:rPr lang="en-US"/>
              <a:t>Click to add title</a:t>
            </a:r>
            <a:endParaRPr lang="en-US" dirty="0"/>
          </a:p>
        </p:txBody>
      </p:sp>
      <p:sp>
        <p:nvSpPr>
          <p:cNvPr id="31" name="Text Placeholder 3">
            <a:extLst>
              <a:ext uri="{FF2B5EF4-FFF2-40B4-BE49-F238E27FC236}">
                <a16:creationId xmlns:a16="http://schemas.microsoft.com/office/drawing/2014/main" id="{6739B7E6-194B-BF1B-7281-51BF7E606D94}"/>
              </a:ext>
            </a:extLst>
          </p:cNvPr>
          <p:cNvSpPr>
            <a:spLocks noGrp="1"/>
          </p:cNvSpPr>
          <p:nvPr>
            <p:ph type="body" sz="quarter" idx="37" hasCustomPrompt="1"/>
          </p:nvPr>
        </p:nvSpPr>
        <p:spPr>
          <a:xfrm>
            <a:off x="342901" y="3979946"/>
            <a:ext cx="4717965" cy="204770"/>
          </a:xfrm>
        </p:spPr>
        <p:txBody>
          <a:bodyPr vert="horz" lIns="0" tIns="0" rIns="0" bIns="0" rtlCol="0" anchor="b">
            <a:noAutofit/>
          </a:bodyPr>
          <a:lstStyle>
            <a:lvl1pPr marL="0" indent="0">
              <a:lnSpc>
                <a:spcPts val="1400"/>
              </a:lnSpc>
              <a:spcBef>
                <a:spcPts val="900"/>
              </a:spcBef>
              <a:buFont typeface="Arial" panose="020B0604020202020204" pitchFamily="34" charset="0"/>
              <a:buNone/>
              <a:defRPr lang="en-US" sz="1000" dirty="0">
                <a:latin typeface="+mj-lt"/>
              </a:defRPr>
            </a:lvl1pPr>
          </a:lstStyle>
          <a:p>
            <a:pPr marL="217488" lvl="0" indent="-217488">
              <a:lnSpc>
                <a:spcPct val="140000"/>
              </a:lnSpc>
            </a:pPr>
            <a:r>
              <a:rPr lang="en-US"/>
              <a:t>Click to add title</a:t>
            </a:r>
            <a:endParaRPr lang="en-US" dirty="0"/>
          </a:p>
        </p:txBody>
      </p:sp>
      <p:sp>
        <p:nvSpPr>
          <p:cNvPr id="2" name="Date Placeholder 1">
            <a:extLst>
              <a:ext uri="{FF2B5EF4-FFF2-40B4-BE49-F238E27FC236}">
                <a16:creationId xmlns:a16="http://schemas.microsoft.com/office/drawing/2014/main" id="{BD753A3A-A622-C9DF-9A0D-820A5BA7C5DC}"/>
              </a:ext>
            </a:extLst>
          </p:cNvPr>
          <p:cNvSpPr>
            <a:spLocks noGrp="1"/>
          </p:cNvSpPr>
          <p:nvPr>
            <p:ph type="dt" sz="half" idx="38"/>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4F8CE819-29EF-8157-6C61-D4695A76F553}"/>
              </a:ext>
            </a:extLst>
          </p:cNvPr>
          <p:cNvSpPr>
            <a:spLocks noGrp="1"/>
          </p:cNvSpPr>
          <p:nvPr>
            <p:ph type="ftr" sz="quarter" idx="39"/>
          </p:nvPr>
        </p:nvSpPr>
        <p:spPr/>
        <p:txBody>
          <a:bodyPr/>
          <a:lstStyle/>
          <a:p>
            <a:r>
              <a:rPr lang="en-US"/>
              <a:t>Confidential / internal tag</a:t>
            </a:r>
            <a:endParaRPr lang="en-US" dirty="0"/>
          </a:p>
        </p:txBody>
      </p:sp>
      <p:sp>
        <p:nvSpPr>
          <p:cNvPr id="4" name="Slide Number Placeholder 3">
            <a:extLst>
              <a:ext uri="{FF2B5EF4-FFF2-40B4-BE49-F238E27FC236}">
                <a16:creationId xmlns:a16="http://schemas.microsoft.com/office/drawing/2014/main" id="{8151047A-77D4-7F80-4341-69747C27EA0F}"/>
              </a:ext>
            </a:extLst>
          </p:cNvPr>
          <p:cNvSpPr>
            <a:spLocks noGrp="1"/>
          </p:cNvSpPr>
          <p:nvPr>
            <p:ph type="sldNum" sz="quarter" idx="40"/>
          </p:nvPr>
        </p:nvSpPr>
        <p:spPr/>
        <p:txBody>
          <a:bodyPr/>
          <a:lstStyle/>
          <a:p>
            <a:pPr algn="r"/>
            <a:fld id="{AE086683-F536-42AB-ABBC-F4803DFE8DBC}" type="slidenum">
              <a:rPr lang="en-US" smtClean="0"/>
              <a:pPr algn="r"/>
              <a:t>‹#›</a:t>
            </a:fld>
            <a:endParaRPr lang="en-US" dirty="0"/>
          </a:p>
        </p:txBody>
      </p:sp>
      <p:sp>
        <p:nvSpPr>
          <p:cNvPr id="5" name="Title 4">
            <a:extLst>
              <a:ext uri="{FF2B5EF4-FFF2-40B4-BE49-F238E27FC236}">
                <a16:creationId xmlns:a16="http://schemas.microsoft.com/office/drawing/2014/main" id="{E4BA8487-3F70-E469-AD32-CC94AB6236AA}"/>
              </a:ext>
            </a:extLst>
          </p:cNvPr>
          <p:cNvSpPr>
            <a:spLocks noGrp="1"/>
          </p:cNvSpPr>
          <p:nvPr>
            <p:ph type="title"/>
          </p:nvPr>
        </p:nvSpPr>
        <p:spPr/>
        <p:txBody>
          <a:bodyPr/>
          <a:lstStyle/>
          <a:p>
            <a:r>
              <a:rPr lang="en-US"/>
              <a:t>Click to edit Master title style</a:t>
            </a:r>
          </a:p>
        </p:txBody>
      </p:sp>
      <p:sp>
        <p:nvSpPr>
          <p:cNvPr id="8" name="Content Placeholder 8">
            <a:extLst>
              <a:ext uri="{FF2B5EF4-FFF2-40B4-BE49-F238E27FC236}">
                <a16:creationId xmlns:a16="http://schemas.microsoft.com/office/drawing/2014/main" id="{CC723999-2F05-6F47-606C-32CFDF5A3EBF}"/>
              </a:ext>
            </a:extLst>
          </p:cNvPr>
          <p:cNvSpPr>
            <a:spLocks noGrp="1"/>
          </p:cNvSpPr>
          <p:nvPr>
            <p:ph sz="quarter" idx="34"/>
          </p:nvPr>
        </p:nvSpPr>
        <p:spPr>
          <a:xfrm>
            <a:off x="6160226" y="1700213"/>
            <a:ext cx="2779428" cy="456247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9" name="Content Placeholder 8">
            <a:extLst>
              <a:ext uri="{FF2B5EF4-FFF2-40B4-BE49-F238E27FC236}">
                <a16:creationId xmlns:a16="http://schemas.microsoft.com/office/drawing/2014/main" id="{DC8762E7-8498-796D-59B8-4855771324F0}"/>
              </a:ext>
            </a:extLst>
          </p:cNvPr>
          <p:cNvSpPr>
            <a:spLocks noGrp="1"/>
          </p:cNvSpPr>
          <p:nvPr>
            <p:ph sz="quarter" idx="35"/>
          </p:nvPr>
        </p:nvSpPr>
        <p:spPr>
          <a:xfrm>
            <a:off x="9066214" y="1700213"/>
            <a:ext cx="2779428" cy="456247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6E504EAF-45A6-24A3-30FF-8B015B9FB1A7}"/>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5228084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s and 3 graphs (small)">
    <p:bg>
      <p:bgPr>
        <a:solidFill>
          <a:schemeClr val="bg1">
            <a:lumMod val="95000"/>
          </a:schemeClr>
        </a:solidFill>
        <a:effectLst/>
      </p:bgPr>
    </p:bg>
    <p:spTree>
      <p:nvGrpSpPr>
        <p:cNvPr id="1" name=""/>
        <p:cNvGrpSpPr/>
        <p:nvPr/>
      </p:nvGrpSpPr>
      <p:grpSpPr>
        <a:xfrm>
          <a:off x="0" y="0"/>
          <a:ext cx="0" cy="0"/>
          <a:chOff x="0" y="0"/>
          <a:chExt cx="0" cy="0"/>
        </a:xfrm>
      </p:grpSpPr>
      <p:sp>
        <p:nvSpPr>
          <p:cNvPr id="28" name="Content Placeholder 9">
            <a:extLst>
              <a:ext uri="{FF2B5EF4-FFF2-40B4-BE49-F238E27FC236}">
                <a16:creationId xmlns:a16="http://schemas.microsoft.com/office/drawing/2014/main" id="{047DC823-7E93-B19A-9732-BC3AC2D13903}"/>
              </a:ext>
            </a:extLst>
          </p:cNvPr>
          <p:cNvSpPr>
            <a:spLocks noGrp="1"/>
          </p:cNvSpPr>
          <p:nvPr>
            <p:ph sz="quarter" idx="25" hasCustomPrompt="1"/>
          </p:nvPr>
        </p:nvSpPr>
        <p:spPr>
          <a:xfrm>
            <a:off x="341313" y="1943896"/>
            <a:ext cx="4721225" cy="2011260"/>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30" name="Content Placeholder 9">
            <a:extLst>
              <a:ext uri="{FF2B5EF4-FFF2-40B4-BE49-F238E27FC236}">
                <a16:creationId xmlns:a16="http://schemas.microsoft.com/office/drawing/2014/main" id="{1156D487-5C91-8052-74AA-F88BBD8B6769}"/>
              </a:ext>
            </a:extLst>
          </p:cNvPr>
          <p:cNvSpPr>
            <a:spLocks noGrp="1"/>
          </p:cNvSpPr>
          <p:nvPr>
            <p:ph sz="quarter" idx="31" hasCustomPrompt="1"/>
          </p:nvPr>
        </p:nvSpPr>
        <p:spPr>
          <a:xfrm>
            <a:off x="341313" y="4251428"/>
            <a:ext cx="2299876" cy="2011260"/>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32" name="Content Placeholder 9">
            <a:extLst>
              <a:ext uri="{FF2B5EF4-FFF2-40B4-BE49-F238E27FC236}">
                <a16:creationId xmlns:a16="http://schemas.microsoft.com/office/drawing/2014/main" id="{CF716FE9-7B21-C5F8-C3DE-3A7A65C2888B}"/>
              </a:ext>
            </a:extLst>
          </p:cNvPr>
          <p:cNvSpPr>
            <a:spLocks noGrp="1"/>
          </p:cNvSpPr>
          <p:nvPr>
            <p:ph sz="quarter" idx="33" hasCustomPrompt="1"/>
          </p:nvPr>
        </p:nvSpPr>
        <p:spPr>
          <a:xfrm>
            <a:off x="2762662" y="4251428"/>
            <a:ext cx="2299876" cy="2011260"/>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22" name="Text Placeholder 3">
            <a:extLst>
              <a:ext uri="{FF2B5EF4-FFF2-40B4-BE49-F238E27FC236}">
                <a16:creationId xmlns:a16="http://schemas.microsoft.com/office/drawing/2014/main" id="{6A8208D8-DF12-D866-8FC1-E53DED1E19BB}"/>
              </a:ext>
            </a:extLst>
          </p:cNvPr>
          <p:cNvSpPr>
            <a:spLocks noGrp="1"/>
          </p:cNvSpPr>
          <p:nvPr>
            <p:ph type="body" sz="quarter" idx="29" hasCustomPrompt="1"/>
          </p:nvPr>
        </p:nvSpPr>
        <p:spPr>
          <a:xfrm>
            <a:off x="342901" y="1668354"/>
            <a:ext cx="3752850" cy="204770"/>
          </a:xfrm>
        </p:spPr>
        <p:txBody>
          <a:bodyPr vert="horz" lIns="0" tIns="0" rIns="0" bIns="0" rtlCol="0" anchor="b">
            <a:noAutofit/>
          </a:bodyPr>
          <a:lstStyle>
            <a:lvl1pPr marL="0" indent="0">
              <a:lnSpc>
                <a:spcPts val="1400"/>
              </a:lnSpc>
              <a:spcBef>
                <a:spcPts val="900"/>
              </a:spcBef>
              <a:buNone/>
              <a:defRPr lang="en-US" sz="1000" dirty="0">
                <a:latin typeface="+mj-lt"/>
              </a:defRPr>
            </a:lvl1pPr>
          </a:lstStyle>
          <a:p>
            <a:pPr marL="217488" lvl="0" indent="-217488">
              <a:lnSpc>
                <a:spcPct val="140000"/>
              </a:lnSpc>
            </a:pPr>
            <a:r>
              <a:rPr lang="en-US"/>
              <a:t>Click to add title</a:t>
            </a:r>
            <a:endParaRPr lang="en-US" dirty="0"/>
          </a:p>
        </p:txBody>
      </p:sp>
      <p:sp>
        <p:nvSpPr>
          <p:cNvPr id="23" name="Text Placeholder 3">
            <a:extLst>
              <a:ext uri="{FF2B5EF4-FFF2-40B4-BE49-F238E27FC236}">
                <a16:creationId xmlns:a16="http://schemas.microsoft.com/office/drawing/2014/main" id="{A6C7BD97-A528-8B8A-1309-CCB89AD6CE3E}"/>
              </a:ext>
            </a:extLst>
          </p:cNvPr>
          <p:cNvSpPr>
            <a:spLocks noGrp="1"/>
          </p:cNvSpPr>
          <p:nvPr>
            <p:ph type="body" sz="quarter" idx="37" hasCustomPrompt="1"/>
          </p:nvPr>
        </p:nvSpPr>
        <p:spPr>
          <a:xfrm>
            <a:off x="342902" y="3979946"/>
            <a:ext cx="2298288" cy="204770"/>
          </a:xfrm>
        </p:spPr>
        <p:txBody>
          <a:bodyPr vert="horz" lIns="0" tIns="0" rIns="0" bIns="0" rtlCol="0" anchor="b">
            <a:noAutofit/>
          </a:bodyPr>
          <a:lstStyle>
            <a:lvl1pPr marL="0" indent="0">
              <a:lnSpc>
                <a:spcPts val="1400"/>
              </a:lnSpc>
              <a:spcBef>
                <a:spcPts val="900"/>
              </a:spcBef>
              <a:buNone/>
              <a:defRPr lang="en-US" sz="1000" dirty="0">
                <a:latin typeface="+mj-lt"/>
              </a:defRPr>
            </a:lvl1pPr>
          </a:lstStyle>
          <a:p>
            <a:pPr marL="217488" lvl="0" indent="-217488">
              <a:lnSpc>
                <a:spcPct val="140000"/>
              </a:lnSpc>
            </a:pPr>
            <a:r>
              <a:rPr lang="en-US"/>
              <a:t>Click to add title</a:t>
            </a:r>
            <a:endParaRPr lang="en-US" dirty="0"/>
          </a:p>
        </p:txBody>
      </p:sp>
      <p:sp>
        <p:nvSpPr>
          <p:cNvPr id="24" name="Text Placeholder 3">
            <a:extLst>
              <a:ext uri="{FF2B5EF4-FFF2-40B4-BE49-F238E27FC236}">
                <a16:creationId xmlns:a16="http://schemas.microsoft.com/office/drawing/2014/main" id="{39B45070-B224-5581-63E4-BCD67E496574}"/>
              </a:ext>
            </a:extLst>
          </p:cNvPr>
          <p:cNvSpPr>
            <a:spLocks noGrp="1"/>
          </p:cNvSpPr>
          <p:nvPr>
            <p:ph type="body" sz="quarter" idx="38" hasCustomPrompt="1"/>
          </p:nvPr>
        </p:nvSpPr>
        <p:spPr>
          <a:xfrm>
            <a:off x="2764250" y="3979946"/>
            <a:ext cx="2298288" cy="204770"/>
          </a:xfrm>
        </p:spPr>
        <p:txBody>
          <a:bodyPr vert="horz" lIns="0" tIns="0" rIns="0" bIns="0" rtlCol="0" anchor="b">
            <a:noAutofit/>
          </a:bodyPr>
          <a:lstStyle>
            <a:lvl1pPr marL="0" indent="0">
              <a:lnSpc>
                <a:spcPts val="1400"/>
              </a:lnSpc>
              <a:spcBef>
                <a:spcPts val="900"/>
              </a:spcBef>
              <a:buNone/>
              <a:defRPr lang="en-US" sz="1000" dirty="0">
                <a:latin typeface="+mj-lt"/>
              </a:defRPr>
            </a:lvl1pPr>
          </a:lstStyle>
          <a:p>
            <a:pPr marL="217488" lvl="0" indent="-217488">
              <a:lnSpc>
                <a:spcPct val="140000"/>
              </a:lnSpc>
            </a:pPr>
            <a:r>
              <a:rPr lang="en-US"/>
              <a:t>Click to add title</a:t>
            </a:r>
            <a:endParaRPr lang="en-US" dirty="0"/>
          </a:p>
        </p:txBody>
      </p:sp>
      <p:sp>
        <p:nvSpPr>
          <p:cNvPr id="2" name="Date Placeholder 1">
            <a:extLst>
              <a:ext uri="{FF2B5EF4-FFF2-40B4-BE49-F238E27FC236}">
                <a16:creationId xmlns:a16="http://schemas.microsoft.com/office/drawing/2014/main" id="{96C32126-B030-BE9A-8ECA-28E877CB40D2}"/>
              </a:ext>
            </a:extLst>
          </p:cNvPr>
          <p:cNvSpPr>
            <a:spLocks noGrp="1"/>
          </p:cNvSpPr>
          <p:nvPr>
            <p:ph type="dt" sz="half" idx="39"/>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CF1FEDBB-E45B-7B2A-89ED-C55AF0DCBAFB}"/>
              </a:ext>
            </a:extLst>
          </p:cNvPr>
          <p:cNvSpPr>
            <a:spLocks noGrp="1"/>
          </p:cNvSpPr>
          <p:nvPr>
            <p:ph type="ftr" sz="quarter" idx="40"/>
          </p:nvPr>
        </p:nvSpPr>
        <p:spPr/>
        <p:txBody>
          <a:bodyPr/>
          <a:lstStyle/>
          <a:p>
            <a:r>
              <a:rPr lang="en-US"/>
              <a:t>Confidential / internal tag</a:t>
            </a:r>
            <a:endParaRPr lang="en-US" dirty="0"/>
          </a:p>
        </p:txBody>
      </p:sp>
      <p:sp>
        <p:nvSpPr>
          <p:cNvPr id="4" name="Slide Number Placeholder 3">
            <a:extLst>
              <a:ext uri="{FF2B5EF4-FFF2-40B4-BE49-F238E27FC236}">
                <a16:creationId xmlns:a16="http://schemas.microsoft.com/office/drawing/2014/main" id="{457F2333-B762-F789-68B5-32F0BDCC2971}"/>
              </a:ext>
            </a:extLst>
          </p:cNvPr>
          <p:cNvSpPr>
            <a:spLocks noGrp="1"/>
          </p:cNvSpPr>
          <p:nvPr>
            <p:ph type="sldNum" sz="quarter" idx="41"/>
          </p:nvPr>
        </p:nvSpPr>
        <p:spPr/>
        <p:txBody>
          <a:bodyPr/>
          <a:lstStyle/>
          <a:p>
            <a:pPr algn="r"/>
            <a:fld id="{AE086683-F536-42AB-ABBC-F4803DFE8DBC}" type="slidenum">
              <a:rPr lang="en-US" smtClean="0"/>
              <a:pPr algn="r"/>
              <a:t>‹#›</a:t>
            </a:fld>
            <a:endParaRPr lang="en-US" dirty="0"/>
          </a:p>
        </p:txBody>
      </p:sp>
      <p:sp>
        <p:nvSpPr>
          <p:cNvPr id="5" name="Title 4">
            <a:extLst>
              <a:ext uri="{FF2B5EF4-FFF2-40B4-BE49-F238E27FC236}">
                <a16:creationId xmlns:a16="http://schemas.microsoft.com/office/drawing/2014/main" id="{400C0EE6-1D90-D407-5C84-5E3900143065}"/>
              </a:ext>
            </a:extLst>
          </p:cNvPr>
          <p:cNvSpPr>
            <a:spLocks noGrp="1"/>
          </p:cNvSpPr>
          <p:nvPr>
            <p:ph type="title"/>
          </p:nvPr>
        </p:nvSpPr>
        <p:spPr/>
        <p:txBody>
          <a:bodyPr/>
          <a:lstStyle/>
          <a:p>
            <a:r>
              <a:rPr lang="en-US"/>
              <a:t>Click to edit Master title style</a:t>
            </a:r>
          </a:p>
        </p:txBody>
      </p:sp>
      <p:sp>
        <p:nvSpPr>
          <p:cNvPr id="8" name="Content Placeholder 8">
            <a:extLst>
              <a:ext uri="{FF2B5EF4-FFF2-40B4-BE49-F238E27FC236}">
                <a16:creationId xmlns:a16="http://schemas.microsoft.com/office/drawing/2014/main" id="{52377B92-5C3D-C4D7-F43E-B80310AA19B7}"/>
              </a:ext>
            </a:extLst>
          </p:cNvPr>
          <p:cNvSpPr>
            <a:spLocks noGrp="1"/>
          </p:cNvSpPr>
          <p:nvPr>
            <p:ph sz="quarter" idx="34"/>
          </p:nvPr>
        </p:nvSpPr>
        <p:spPr>
          <a:xfrm>
            <a:off x="6160226" y="1700213"/>
            <a:ext cx="2779428" cy="456247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9" name="Content Placeholder 8">
            <a:extLst>
              <a:ext uri="{FF2B5EF4-FFF2-40B4-BE49-F238E27FC236}">
                <a16:creationId xmlns:a16="http://schemas.microsoft.com/office/drawing/2014/main" id="{C3315FC2-6AD7-73DF-8AD8-F9BED0E38AA6}"/>
              </a:ext>
            </a:extLst>
          </p:cNvPr>
          <p:cNvSpPr>
            <a:spLocks noGrp="1"/>
          </p:cNvSpPr>
          <p:nvPr>
            <p:ph sz="quarter" idx="35"/>
          </p:nvPr>
        </p:nvSpPr>
        <p:spPr>
          <a:xfrm>
            <a:off x="9066214" y="1700213"/>
            <a:ext cx="2779428" cy="456247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20787615-F3DB-6C57-6D41-EBD463A49C5A}"/>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25482676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1 graph (small)">
    <p:bg>
      <p:bgPr>
        <a:solidFill>
          <a:schemeClr val="bg1">
            <a:lumMod val="95000"/>
          </a:schemeClr>
        </a:solidFill>
        <a:effectLst/>
      </p:bgPr>
    </p:bg>
    <p:spTree>
      <p:nvGrpSpPr>
        <p:cNvPr id="1" name=""/>
        <p:cNvGrpSpPr/>
        <p:nvPr/>
      </p:nvGrpSpPr>
      <p:grpSpPr>
        <a:xfrm>
          <a:off x="0" y="0"/>
          <a:ext cx="0" cy="0"/>
          <a:chOff x="0" y="0"/>
          <a:chExt cx="0" cy="0"/>
        </a:xfrm>
      </p:grpSpPr>
      <p:sp>
        <p:nvSpPr>
          <p:cNvPr id="6" name="Content Placeholder 9">
            <a:extLst>
              <a:ext uri="{FF2B5EF4-FFF2-40B4-BE49-F238E27FC236}">
                <a16:creationId xmlns:a16="http://schemas.microsoft.com/office/drawing/2014/main" id="{E22E0ECF-6AAE-8847-36F2-29376F66E8A2}"/>
              </a:ext>
            </a:extLst>
          </p:cNvPr>
          <p:cNvSpPr>
            <a:spLocks noGrp="1"/>
          </p:cNvSpPr>
          <p:nvPr>
            <p:ph sz="quarter" idx="25" hasCustomPrompt="1"/>
          </p:nvPr>
        </p:nvSpPr>
        <p:spPr>
          <a:xfrm>
            <a:off x="341313" y="1943896"/>
            <a:ext cx="4721225" cy="4318792"/>
          </a:xfrm>
          <a:noFill/>
        </p:spPr>
        <p:txBody>
          <a:bodyPr vert="horz" lIns="0" tIns="216000" rIns="0" bIns="0" rtlCol="0" anchor="t" anchorCtr="1">
            <a:normAutofit/>
          </a:bodyPr>
          <a:lstStyle>
            <a:lvl1pPr marL="0" indent="0">
              <a:buFont typeface="Arial" panose="020B0604020202020204" pitchFamily="34" charse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7" name="Text Placeholder 3">
            <a:extLst>
              <a:ext uri="{FF2B5EF4-FFF2-40B4-BE49-F238E27FC236}">
                <a16:creationId xmlns:a16="http://schemas.microsoft.com/office/drawing/2014/main" id="{7EF32F71-7A71-75EA-81C5-2E7437F39066}"/>
              </a:ext>
            </a:extLst>
          </p:cNvPr>
          <p:cNvSpPr>
            <a:spLocks noGrp="1"/>
          </p:cNvSpPr>
          <p:nvPr>
            <p:ph type="body" sz="quarter" idx="29" hasCustomPrompt="1"/>
          </p:nvPr>
        </p:nvSpPr>
        <p:spPr>
          <a:xfrm>
            <a:off x="342901" y="1668354"/>
            <a:ext cx="3752850" cy="204770"/>
          </a:xfrm>
        </p:spPr>
        <p:txBody>
          <a:bodyPr vert="horz" lIns="0" tIns="0" rIns="0" bIns="0" rtlCol="0" anchor="b">
            <a:noAutofit/>
          </a:bodyPr>
          <a:lstStyle>
            <a:lvl1pPr marL="0" indent="0">
              <a:buFont typeface="Arial" panose="020B0604020202020204" pitchFamily="34" charset="0"/>
              <a:buNone/>
              <a:defRPr lang="en-US" sz="1000" dirty="0">
                <a:latin typeface="+mj-lt"/>
              </a:defRPr>
            </a:lvl1pPr>
          </a:lstStyle>
          <a:p>
            <a:pPr marL="217488" lvl="0" indent="-217488">
              <a:lnSpc>
                <a:spcPct val="140000"/>
              </a:lnSpc>
            </a:pPr>
            <a:r>
              <a:rPr lang="en-US"/>
              <a:t>Click to add title</a:t>
            </a:r>
            <a:endParaRPr lang="en-US" dirty="0"/>
          </a:p>
        </p:txBody>
      </p:sp>
      <p:sp>
        <p:nvSpPr>
          <p:cNvPr id="2" name="Date Placeholder 1">
            <a:extLst>
              <a:ext uri="{FF2B5EF4-FFF2-40B4-BE49-F238E27FC236}">
                <a16:creationId xmlns:a16="http://schemas.microsoft.com/office/drawing/2014/main" id="{C10852D8-FD83-4AAE-1417-9E8EB753CF7A}"/>
              </a:ext>
            </a:extLst>
          </p:cNvPr>
          <p:cNvSpPr>
            <a:spLocks noGrp="1"/>
          </p:cNvSpPr>
          <p:nvPr>
            <p:ph type="dt" sz="half" idx="30"/>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209F1BEE-24F9-D3C1-644B-A0AA47DD55BB}"/>
              </a:ext>
            </a:extLst>
          </p:cNvPr>
          <p:cNvSpPr>
            <a:spLocks noGrp="1"/>
          </p:cNvSpPr>
          <p:nvPr>
            <p:ph type="ftr" sz="quarter" idx="31"/>
          </p:nvPr>
        </p:nvSpPr>
        <p:spPr/>
        <p:txBody>
          <a:bodyPr/>
          <a:lstStyle/>
          <a:p>
            <a:r>
              <a:rPr lang="en-US"/>
              <a:t>Confidential / internal tag</a:t>
            </a:r>
            <a:endParaRPr lang="en-US" dirty="0"/>
          </a:p>
        </p:txBody>
      </p:sp>
      <p:sp>
        <p:nvSpPr>
          <p:cNvPr id="4" name="Slide Number Placeholder 3">
            <a:extLst>
              <a:ext uri="{FF2B5EF4-FFF2-40B4-BE49-F238E27FC236}">
                <a16:creationId xmlns:a16="http://schemas.microsoft.com/office/drawing/2014/main" id="{1B0EC9E1-98D2-CFC6-2823-1478603BB96C}"/>
              </a:ext>
            </a:extLst>
          </p:cNvPr>
          <p:cNvSpPr>
            <a:spLocks noGrp="1"/>
          </p:cNvSpPr>
          <p:nvPr>
            <p:ph type="sldNum" sz="quarter" idx="32"/>
          </p:nvPr>
        </p:nvSpPr>
        <p:spPr/>
        <p:txBody>
          <a:bodyPr/>
          <a:lstStyle/>
          <a:p>
            <a:pPr algn="r"/>
            <a:fld id="{AE086683-F536-42AB-ABBC-F4803DFE8DBC}" type="slidenum">
              <a:rPr lang="en-US" smtClean="0"/>
              <a:pPr algn="r"/>
              <a:t>‹#›</a:t>
            </a:fld>
            <a:endParaRPr lang="en-US" dirty="0"/>
          </a:p>
        </p:txBody>
      </p:sp>
      <p:sp>
        <p:nvSpPr>
          <p:cNvPr id="8" name="Title 7">
            <a:extLst>
              <a:ext uri="{FF2B5EF4-FFF2-40B4-BE49-F238E27FC236}">
                <a16:creationId xmlns:a16="http://schemas.microsoft.com/office/drawing/2014/main" id="{B82E622F-303E-0042-1075-DCDCD2D5AE31}"/>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7A68FF1B-F632-0CB0-C222-FF6EFEF93F97}"/>
              </a:ext>
            </a:extLst>
          </p:cNvPr>
          <p:cNvSpPr>
            <a:spLocks noGrp="1"/>
          </p:cNvSpPr>
          <p:nvPr>
            <p:ph sz="quarter" idx="34"/>
          </p:nvPr>
        </p:nvSpPr>
        <p:spPr>
          <a:xfrm>
            <a:off x="6160226" y="1700213"/>
            <a:ext cx="5688874" cy="4559468"/>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5" name="Text Placeholder 2">
            <a:extLst>
              <a:ext uri="{FF2B5EF4-FFF2-40B4-BE49-F238E27FC236}">
                <a16:creationId xmlns:a16="http://schemas.microsoft.com/office/drawing/2014/main" id="{73BF8AAA-A082-6DD0-4D7E-91BCF9311461}"/>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37560057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2 graphs (small)">
    <p:bg>
      <p:bgPr>
        <a:solidFill>
          <a:schemeClr val="bg1">
            <a:lumMod val="95000"/>
          </a:schemeClr>
        </a:solidFill>
        <a:effectLst/>
      </p:bgPr>
    </p:bg>
    <p:spTree>
      <p:nvGrpSpPr>
        <p:cNvPr id="1" name=""/>
        <p:cNvGrpSpPr/>
        <p:nvPr/>
      </p:nvGrpSpPr>
      <p:grpSpPr>
        <a:xfrm>
          <a:off x="0" y="0"/>
          <a:ext cx="0" cy="0"/>
          <a:chOff x="0" y="0"/>
          <a:chExt cx="0" cy="0"/>
        </a:xfrm>
      </p:grpSpPr>
      <p:sp>
        <p:nvSpPr>
          <p:cNvPr id="19" name="Content Placeholder 9">
            <a:extLst>
              <a:ext uri="{FF2B5EF4-FFF2-40B4-BE49-F238E27FC236}">
                <a16:creationId xmlns:a16="http://schemas.microsoft.com/office/drawing/2014/main" id="{A325FF36-2B6B-D09C-A11B-D77701E7AE01}"/>
              </a:ext>
            </a:extLst>
          </p:cNvPr>
          <p:cNvSpPr>
            <a:spLocks noGrp="1"/>
          </p:cNvSpPr>
          <p:nvPr>
            <p:ph sz="quarter" idx="25" hasCustomPrompt="1"/>
          </p:nvPr>
        </p:nvSpPr>
        <p:spPr>
          <a:xfrm>
            <a:off x="341313" y="1943896"/>
            <a:ext cx="4721225" cy="2011260"/>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20" name="Content Placeholder 9">
            <a:extLst>
              <a:ext uri="{FF2B5EF4-FFF2-40B4-BE49-F238E27FC236}">
                <a16:creationId xmlns:a16="http://schemas.microsoft.com/office/drawing/2014/main" id="{5585EA46-9E2B-F550-1654-B891A1583F53}"/>
              </a:ext>
            </a:extLst>
          </p:cNvPr>
          <p:cNvSpPr>
            <a:spLocks noGrp="1"/>
          </p:cNvSpPr>
          <p:nvPr>
            <p:ph sz="quarter" idx="31" hasCustomPrompt="1"/>
          </p:nvPr>
        </p:nvSpPr>
        <p:spPr>
          <a:xfrm>
            <a:off x="341312" y="4251428"/>
            <a:ext cx="4721225" cy="2011260"/>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21" name="Text Placeholder 3">
            <a:extLst>
              <a:ext uri="{FF2B5EF4-FFF2-40B4-BE49-F238E27FC236}">
                <a16:creationId xmlns:a16="http://schemas.microsoft.com/office/drawing/2014/main" id="{CCE7D199-4DCF-5D48-1D89-52736A00EBFC}"/>
              </a:ext>
            </a:extLst>
          </p:cNvPr>
          <p:cNvSpPr>
            <a:spLocks noGrp="1"/>
          </p:cNvSpPr>
          <p:nvPr>
            <p:ph type="body" sz="quarter" idx="29" hasCustomPrompt="1"/>
          </p:nvPr>
        </p:nvSpPr>
        <p:spPr>
          <a:xfrm>
            <a:off x="342901" y="1668354"/>
            <a:ext cx="3752850" cy="204770"/>
          </a:xfrm>
        </p:spPr>
        <p:txBody>
          <a:bodyPr vert="horz" lIns="0" tIns="0" rIns="0" bIns="0" rtlCol="0" anchor="b">
            <a:noAutofit/>
          </a:bodyPr>
          <a:lstStyle>
            <a:lvl1pPr marL="0" indent="0">
              <a:lnSpc>
                <a:spcPts val="1400"/>
              </a:lnSpc>
              <a:spcBef>
                <a:spcPts val="900"/>
              </a:spcBef>
              <a:buNone/>
              <a:defRPr lang="en-US" sz="1000" dirty="0">
                <a:latin typeface="+mj-lt"/>
              </a:defRPr>
            </a:lvl1pPr>
          </a:lstStyle>
          <a:p>
            <a:pPr marL="217488" lvl="0" indent="-217488">
              <a:lnSpc>
                <a:spcPct val="140000"/>
              </a:lnSpc>
            </a:pPr>
            <a:r>
              <a:rPr lang="en-US"/>
              <a:t>Click to add title</a:t>
            </a:r>
            <a:endParaRPr lang="en-US" dirty="0"/>
          </a:p>
        </p:txBody>
      </p:sp>
      <p:sp>
        <p:nvSpPr>
          <p:cNvPr id="22" name="Text Placeholder 3">
            <a:extLst>
              <a:ext uri="{FF2B5EF4-FFF2-40B4-BE49-F238E27FC236}">
                <a16:creationId xmlns:a16="http://schemas.microsoft.com/office/drawing/2014/main" id="{59C1DA55-7D95-2751-0940-46DF9F55B090}"/>
              </a:ext>
            </a:extLst>
          </p:cNvPr>
          <p:cNvSpPr>
            <a:spLocks noGrp="1"/>
          </p:cNvSpPr>
          <p:nvPr>
            <p:ph type="body" sz="quarter" idx="37" hasCustomPrompt="1"/>
          </p:nvPr>
        </p:nvSpPr>
        <p:spPr>
          <a:xfrm>
            <a:off x="342901" y="3979946"/>
            <a:ext cx="4717965" cy="204770"/>
          </a:xfrm>
        </p:spPr>
        <p:txBody>
          <a:bodyPr vert="horz" lIns="0" tIns="0" rIns="0" bIns="0" rtlCol="0" anchor="b">
            <a:noAutofit/>
          </a:bodyPr>
          <a:lstStyle>
            <a:lvl1pPr marL="0" indent="0">
              <a:lnSpc>
                <a:spcPts val="1400"/>
              </a:lnSpc>
              <a:spcBef>
                <a:spcPts val="900"/>
              </a:spcBef>
              <a:buNone/>
              <a:defRPr lang="en-US" sz="1000" dirty="0">
                <a:latin typeface="+mj-lt"/>
              </a:defRPr>
            </a:lvl1pPr>
          </a:lstStyle>
          <a:p>
            <a:pPr marL="217488" lvl="0" indent="-217488">
              <a:lnSpc>
                <a:spcPct val="140000"/>
              </a:lnSpc>
            </a:pPr>
            <a:r>
              <a:rPr lang="en-US"/>
              <a:t>Click to add title</a:t>
            </a:r>
            <a:endParaRPr lang="en-US" dirty="0"/>
          </a:p>
        </p:txBody>
      </p:sp>
      <p:sp>
        <p:nvSpPr>
          <p:cNvPr id="3" name="Date Placeholder 2">
            <a:extLst>
              <a:ext uri="{FF2B5EF4-FFF2-40B4-BE49-F238E27FC236}">
                <a16:creationId xmlns:a16="http://schemas.microsoft.com/office/drawing/2014/main" id="{3FD82C87-FE1B-ED1F-32D6-1228716E49B3}"/>
              </a:ext>
            </a:extLst>
          </p:cNvPr>
          <p:cNvSpPr>
            <a:spLocks noGrp="1"/>
          </p:cNvSpPr>
          <p:nvPr>
            <p:ph type="dt" sz="half" idx="38"/>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8181FC03-51DE-C930-9A31-640B7465ABB6}"/>
              </a:ext>
            </a:extLst>
          </p:cNvPr>
          <p:cNvSpPr>
            <a:spLocks noGrp="1"/>
          </p:cNvSpPr>
          <p:nvPr>
            <p:ph type="ftr" sz="quarter" idx="39"/>
          </p:nvPr>
        </p:nvSpPr>
        <p:spPr/>
        <p:txBody>
          <a:bodyPr/>
          <a:lstStyle/>
          <a:p>
            <a:r>
              <a:rPr lang="en-US"/>
              <a:t>Confidential / internal tag</a:t>
            </a:r>
            <a:endParaRPr lang="en-US" dirty="0"/>
          </a:p>
        </p:txBody>
      </p:sp>
      <p:sp>
        <p:nvSpPr>
          <p:cNvPr id="5" name="Slide Number Placeholder 4">
            <a:extLst>
              <a:ext uri="{FF2B5EF4-FFF2-40B4-BE49-F238E27FC236}">
                <a16:creationId xmlns:a16="http://schemas.microsoft.com/office/drawing/2014/main" id="{D40CE14C-4C57-7FE1-1AD3-8D6DE1B65B01}"/>
              </a:ext>
            </a:extLst>
          </p:cNvPr>
          <p:cNvSpPr>
            <a:spLocks noGrp="1"/>
          </p:cNvSpPr>
          <p:nvPr>
            <p:ph type="sldNum" sz="quarter" idx="40"/>
          </p:nvPr>
        </p:nvSpPr>
        <p:spPr/>
        <p:txBody>
          <a:bodyPr/>
          <a:lstStyle/>
          <a:p>
            <a:pPr algn="r"/>
            <a:fld id="{AE086683-F536-42AB-ABBC-F4803DFE8DBC}" type="slidenum">
              <a:rPr lang="en-US" smtClean="0"/>
              <a:pPr algn="r"/>
              <a:t>‹#›</a:t>
            </a:fld>
            <a:endParaRPr lang="en-US" dirty="0"/>
          </a:p>
        </p:txBody>
      </p:sp>
      <p:sp>
        <p:nvSpPr>
          <p:cNvPr id="2" name="Title 1">
            <a:extLst>
              <a:ext uri="{FF2B5EF4-FFF2-40B4-BE49-F238E27FC236}">
                <a16:creationId xmlns:a16="http://schemas.microsoft.com/office/drawing/2014/main" id="{356B9ABE-5F66-875D-7432-348784D9EBBE}"/>
              </a:ext>
            </a:extLst>
          </p:cNvPr>
          <p:cNvSpPr>
            <a:spLocks noGrp="1"/>
          </p:cNvSpPr>
          <p:nvPr>
            <p:ph type="title"/>
          </p:nvPr>
        </p:nvSpPr>
        <p:spPr/>
        <p:txBody>
          <a:bodyPr/>
          <a:lstStyle/>
          <a:p>
            <a:r>
              <a:rPr lang="en-US"/>
              <a:t>Click to edit Master title style</a:t>
            </a:r>
          </a:p>
        </p:txBody>
      </p:sp>
      <p:sp>
        <p:nvSpPr>
          <p:cNvPr id="7" name="Content Placeholder 8">
            <a:extLst>
              <a:ext uri="{FF2B5EF4-FFF2-40B4-BE49-F238E27FC236}">
                <a16:creationId xmlns:a16="http://schemas.microsoft.com/office/drawing/2014/main" id="{D7B5E748-79F9-12D1-6A69-975D59011900}"/>
              </a:ext>
            </a:extLst>
          </p:cNvPr>
          <p:cNvSpPr>
            <a:spLocks noGrp="1"/>
          </p:cNvSpPr>
          <p:nvPr>
            <p:ph sz="quarter" idx="34"/>
          </p:nvPr>
        </p:nvSpPr>
        <p:spPr>
          <a:xfrm>
            <a:off x="6160226" y="1700213"/>
            <a:ext cx="5688874" cy="4559468"/>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7A90A646-9D4E-DDCD-3554-6190ECF551DA}"/>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13694073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4 grapsh (small)">
    <p:bg>
      <p:bgPr>
        <a:solidFill>
          <a:schemeClr val="bg1">
            <a:lumMod val="95000"/>
          </a:schemeClr>
        </a:solidFill>
        <a:effectLst/>
      </p:bgPr>
    </p:bg>
    <p:spTree>
      <p:nvGrpSpPr>
        <p:cNvPr id="1" name=""/>
        <p:cNvGrpSpPr/>
        <p:nvPr/>
      </p:nvGrpSpPr>
      <p:grpSpPr>
        <a:xfrm>
          <a:off x="0" y="0"/>
          <a:ext cx="0" cy="0"/>
          <a:chOff x="0" y="0"/>
          <a:chExt cx="0" cy="0"/>
        </a:xfrm>
      </p:grpSpPr>
      <p:sp>
        <p:nvSpPr>
          <p:cNvPr id="26" name="Content Placeholder 9">
            <a:extLst>
              <a:ext uri="{FF2B5EF4-FFF2-40B4-BE49-F238E27FC236}">
                <a16:creationId xmlns:a16="http://schemas.microsoft.com/office/drawing/2014/main" id="{4FFCA555-85D6-E5B6-744F-159C343C73C9}"/>
              </a:ext>
            </a:extLst>
          </p:cNvPr>
          <p:cNvSpPr>
            <a:spLocks noGrp="1"/>
          </p:cNvSpPr>
          <p:nvPr>
            <p:ph sz="quarter" idx="25" hasCustomPrompt="1"/>
          </p:nvPr>
        </p:nvSpPr>
        <p:spPr>
          <a:xfrm>
            <a:off x="341313" y="1943896"/>
            <a:ext cx="4721225" cy="2011260"/>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27" name="Content Placeholder 9">
            <a:extLst>
              <a:ext uri="{FF2B5EF4-FFF2-40B4-BE49-F238E27FC236}">
                <a16:creationId xmlns:a16="http://schemas.microsoft.com/office/drawing/2014/main" id="{A4032E8B-C799-024D-433D-D4C7F4105400}"/>
              </a:ext>
            </a:extLst>
          </p:cNvPr>
          <p:cNvSpPr>
            <a:spLocks noGrp="1"/>
          </p:cNvSpPr>
          <p:nvPr>
            <p:ph sz="quarter" idx="31" hasCustomPrompt="1"/>
          </p:nvPr>
        </p:nvSpPr>
        <p:spPr>
          <a:xfrm>
            <a:off x="341313" y="4251428"/>
            <a:ext cx="2299876" cy="2011260"/>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28" name="Content Placeholder 9">
            <a:extLst>
              <a:ext uri="{FF2B5EF4-FFF2-40B4-BE49-F238E27FC236}">
                <a16:creationId xmlns:a16="http://schemas.microsoft.com/office/drawing/2014/main" id="{73C68732-09F9-DCBA-D512-DADE23140AAC}"/>
              </a:ext>
            </a:extLst>
          </p:cNvPr>
          <p:cNvSpPr>
            <a:spLocks noGrp="1"/>
          </p:cNvSpPr>
          <p:nvPr>
            <p:ph sz="quarter" idx="33" hasCustomPrompt="1"/>
          </p:nvPr>
        </p:nvSpPr>
        <p:spPr>
          <a:xfrm>
            <a:off x="2762662" y="4251428"/>
            <a:ext cx="2299876" cy="2011260"/>
          </a:xfrm>
          <a:noFill/>
        </p:spPr>
        <p:txBody>
          <a:bodyPr vert="horz" lIns="0" tIns="216000" rIns="0" bIns="0" rtlCol="0" anchor="t" anchorCtr="1">
            <a:normAutofit/>
          </a:bodyPr>
          <a:lstStyle>
            <a:lvl1pPr marL="0" indent="0">
              <a:buNone/>
              <a:defRPr lang="sv-SE" sz="1200" dirty="0">
                <a:solidFill>
                  <a:sysClr val="windowText" lastClr="000000"/>
                </a:solidFill>
              </a:defRPr>
            </a:lvl1pPr>
          </a:lstStyle>
          <a:p>
            <a:pPr marL="217488" lvl="0" indent="-217488"/>
            <a:r>
              <a:rPr lang="en-US"/>
              <a:t>Click the icon to insert an object</a:t>
            </a:r>
            <a:endParaRPr lang="en-US" dirty="0"/>
          </a:p>
        </p:txBody>
      </p:sp>
      <p:sp>
        <p:nvSpPr>
          <p:cNvPr id="29" name="Text Placeholder 3">
            <a:extLst>
              <a:ext uri="{FF2B5EF4-FFF2-40B4-BE49-F238E27FC236}">
                <a16:creationId xmlns:a16="http://schemas.microsoft.com/office/drawing/2014/main" id="{42EF5725-8F83-EE38-D844-C728EF2FDD1A}"/>
              </a:ext>
            </a:extLst>
          </p:cNvPr>
          <p:cNvSpPr>
            <a:spLocks noGrp="1"/>
          </p:cNvSpPr>
          <p:nvPr>
            <p:ph type="body" sz="quarter" idx="29" hasCustomPrompt="1"/>
          </p:nvPr>
        </p:nvSpPr>
        <p:spPr>
          <a:xfrm>
            <a:off x="342901" y="1668354"/>
            <a:ext cx="3752850" cy="204770"/>
          </a:xfrm>
        </p:spPr>
        <p:txBody>
          <a:bodyPr vert="horz" lIns="0" tIns="0" rIns="0" bIns="0" rtlCol="0" anchor="b">
            <a:noAutofit/>
          </a:bodyPr>
          <a:lstStyle>
            <a:lvl1pPr marL="0" indent="0">
              <a:lnSpc>
                <a:spcPts val="1400"/>
              </a:lnSpc>
              <a:spcBef>
                <a:spcPts val="900"/>
              </a:spcBef>
              <a:buNone/>
              <a:defRPr lang="en-US" sz="1000" dirty="0">
                <a:latin typeface="+mj-lt"/>
              </a:defRPr>
            </a:lvl1pPr>
          </a:lstStyle>
          <a:p>
            <a:pPr marL="217488" lvl="0" indent="-217488">
              <a:lnSpc>
                <a:spcPct val="140000"/>
              </a:lnSpc>
            </a:pPr>
            <a:r>
              <a:rPr lang="en-US"/>
              <a:t>Click to add title</a:t>
            </a:r>
            <a:endParaRPr lang="en-US" dirty="0"/>
          </a:p>
        </p:txBody>
      </p:sp>
      <p:sp>
        <p:nvSpPr>
          <p:cNvPr id="30" name="Text Placeholder 3">
            <a:extLst>
              <a:ext uri="{FF2B5EF4-FFF2-40B4-BE49-F238E27FC236}">
                <a16:creationId xmlns:a16="http://schemas.microsoft.com/office/drawing/2014/main" id="{4F798851-3BC6-C65C-F095-06C05746D872}"/>
              </a:ext>
            </a:extLst>
          </p:cNvPr>
          <p:cNvSpPr>
            <a:spLocks noGrp="1"/>
          </p:cNvSpPr>
          <p:nvPr>
            <p:ph type="body" sz="quarter" idx="37" hasCustomPrompt="1"/>
          </p:nvPr>
        </p:nvSpPr>
        <p:spPr>
          <a:xfrm>
            <a:off x="342902" y="3979946"/>
            <a:ext cx="2298288" cy="204770"/>
          </a:xfrm>
        </p:spPr>
        <p:txBody>
          <a:bodyPr vert="horz" lIns="0" tIns="0" rIns="0" bIns="0" rtlCol="0" anchor="b">
            <a:noAutofit/>
          </a:bodyPr>
          <a:lstStyle>
            <a:lvl1pPr marL="0" indent="0">
              <a:lnSpc>
                <a:spcPts val="1400"/>
              </a:lnSpc>
              <a:spcBef>
                <a:spcPts val="900"/>
              </a:spcBef>
              <a:buNone/>
              <a:defRPr lang="en-US" sz="1000" dirty="0">
                <a:latin typeface="+mj-lt"/>
              </a:defRPr>
            </a:lvl1pPr>
          </a:lstStyle>
          <a:p>
            <a:pPr marL="217488" lvl="0" indent="-217488">
              <a:lnSpc>
                <a:spcPct val="140000"/>
              </a:lnSpc>
            </a:pPr>
            <a:r>
              <a:rPr lang="en-US"/>
              <a:t>Click to add title</a:t>
            </a:r>
            <a:endParaRPr lang="en-US" dirty="0"/>
          </a:p>
        </p:txBody>
      </p:sp>
      <p:sp>
        <p:nvSpPr>
          <p:cNvPr id="31" name="Text Placeholder 3">
            <a:extLst>
              <a:ext uri="{FF2B5EF4-FFF2-40B4-BE49-F238E27FC236}">
                <a16:creationId xmlns:a16="http://schemas.microsoft.com/office/drawing/2014/main" id="{C61CB719-974F-3231-060E-BC73B2D91A6A}"/>
              </a:ext>
            </a:extLst>
          </p:cNvPr>
          <p:cNvSpPr>
            <a:spLocks noGrp="1"/>
          </p:cNvSpPr>
          <p:nvPr>
            <p:ph type="body" sz="quarter" idx="38" hasCustomPrompt="1"/>
          </p:nvPr>
        </p:nvSpPr>
        <p:spPr>
          <a:xfrm>
            <a:off x="2764250" y="3979946"/>
            <a:ext cx="2298288" cy="204770"/>
          </a:xfrm>
        </p:spPr>
        <p:txBody>
          <a:bodyPr vert="horz" lIns="0" tIns="0" rIns="0" bIns="0" rtlCol="0" anchor="b">
            <a:noAutofit/>
          </a:bodyPr>
          <a:lstStyle>
            <a:lvl1pPr marL="0" indent="0">
              <a:lnSpc>
                <a:spcPts val="1400"/>
              </a:lnSpc>
              <a:spcBef>
                <a:spcPts val="900"/>
              </a:spcBef>
              <a:buNone/>
              <a:defRPr lang="en-US" sz="1000" dirty="0">
                <a:latin typeface="+mj-lt"/>
              </a:defRPr>
            </a:lvl1pPr>
          </a:lstStyle>
          <a:p>
            <a:pPr marL="217488" lvl="0" indent="-217488">
              <a:lnSpc>
                <a:spcPct val="140000"/>
              </a:lnSpc>
            </a:pPr>
            <a:r>
              <a:rPr lang="en-US"/>
              <a:t>Click to add title</a:t>
            </a:r>
            <a:endParaRPr lang="en-US" dirty="0"/>
          </a:p>
        </p:txBody>
      </p:sp>
      <p:sp>
        <p:nvSpPr>
          <p:cNvPr id="2" name="Date Placeholder 1">
            <a:extLst>
              <a:ext uri="{FF2B5EF4-FFF2-40B4-BE49-F238E27FC236}">
                <a16:creationId xmlns:a16="http://schemas.microsoft.com/office/drawing/2014/main" id="{4C26FDE6-3B8B-5F15-EC6C-BDF9D1A93900}"/>
              </a:ext>
            </a:extLst>
          </p:cNvPr>
          <p:cNvSpPr>
            <a:spLocks noGrp="1"/>
          </p:cNvSpPr>
          <p:nvPr>
            <p:ph type="dt" sz="half" idx="39"/>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641B3371-8DD9-FD25-071E-F49ED762361E}"/>
              </a:ext>
            </a:extLst>
          </p:cNvPr>
          <p:cNvSpPr>
            <a:spLocks noGrp="1"/>
          </p:cNvSpPr>
          <p:nvPr>
            <p:ph type="ftr" sz="quarter" idx="40"/>
          </p:nvPr>
        </p:nvSpPr>
        <p:spPr/>
        <p:txBody>
          <a:bodyPr/>
          <a:lstStyle/>
          <a:p>
            <a:r>
              <a:rPr lang="en-US"/>
              <a:t>Confidential / internal tag</a:t>
            </a:r>
            <a:endParaRPr lang="en-US" dirty="0"/>
          </a:p>
        </p:txBody>
      </p:sp>
      <p:sp>
        <p:nvSpPr>
          <p:cNvPr id="4" name="Slide Number Placeholder 3">
            <a:extLst>
              <a:ext uri="{FF2B5EF4-FFF2-40B4-BE49-F238E27FC236}">
                <a16:creationId xmlns:a16="http://schemas.microsoft.com/office/drawing/2014/main" id="{4AC522A6-4629-023A-293A-A61DFE026227}"/>
              </a:ext>
            </a:extLst>
          </p:cNvPr>
          <p:cNvSpPr>
            <a:spLocks noGrp="1"/>
          </p:cNvSpPr>
          <p:nvPr>
            <p:ph type="sldNum" sz="quarter" idx="41"/>
          </p:nvPr>
        </p:nvSpPr>
        <p:spPr/>
        <p:txBody>
          <a:bodyPr/>
          <a:lstStyle/>
          <a:p>
            <a:pPr algn="r"/>
            <a:fld id="{AE086683-F536-42AB-ABBC-F4803DFE8DBC}" type="slidenum">
              <a:rPr lang="en-US" smtClean="0"/>
              <a:pPr algn="r"/>
              <a:t>‹#›</a:t>
            </a:fld>
            <a:endParaRPr lang="en-US" dirty="0"/>
          </a:p>
        </p:txBody>
      </p:sp>
      <p:sp>
        <p:nvSpPr>
          <p:cNvPr id="6" name="Title 5">
            <a:extLst>
              <a:ext uri="{FF2B5EF4-FFF2-40B4-BE49-F238E27FC236}">
                <a16:creationId xmlns:a16="http://schemas.microsoft.com/office/drawing/2014/main" id="{678F6C64-2579-2607-CE42-2B0D18AFBEDE}"/>
              </a:ext>
            </a:extLst>
          </p:cNvPr>
          <p:cNvSpPr>
            <a:spLocks noGrp="1"/>
          </p:cNvSpPr>
          <p:nvPr>
            <p:ph type="title"/>
          </p:nvPr>
        </p:nvSpPr>
        <p:spPr/>
        <p:txBody>
          <a:bodyPr/>
          <a:lstStyle/>
          <a:p>
            <a:r>
              <a:rPr lang="en-US"/>
              <a:t>Click to edit Master title style</a:t>
            </a:r>
          </a:p>
        </p:txBody>
      </p:sp>
      <p:sp>
        <p:nvSpPr>
          <p:cNvPr id="7" name="Content Placeholder 8">
            <a:extLst>
              <a:ext uri="{FF2B5EF4-FFF2-40B4-BE49-F238E27FC236}">
                <a16:creationId xmlns:a16="http://schemas.microsoft.com/office/drawing/2014/main" id="{A2919520-B5E6-9715-66C1-325F4154E86D}"/>
              </a:ext>
            </a:extLst>
          </p:cNvPr>
          <p:cNvSpPr>
            <a:spLocks noGrp="1"/>
          </p:cNvSpPr>
          <p:nvPr>
            <p:ph sz="quarter" idx="34"/>
          </p:nvPr>
        </p:nvSpPr>
        <p:spPr>
          <a:xfrm>
            <a:off x="6160226" y="1700213"/>
            <a:ext cx="5688874" cy="4559468"/>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5" name="Text Placeholder 2">
            <a:extLst>
              <a:ext uri="{FF2B5EF4-FFF2-40B4-BE49-F238E27FC236}">
                <a16:creationId xmlns:a16="http://schemas.microsoft.com/office/drawing/2014/main" id="{B24B4EA4-4EB9-2305-542C-53F8FD1D1EF3}"/>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26718812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Profile x1">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41785CA3-D21A-FB22-94B8-1C3AD1F4CF34}"/>
              </a:ext>
            </a:extLst>
          </p:cNvPr>
          <p:cNvSpPr>
            <a:spLocks noGrp="1"/>
          </p:cNvSpPr>
          <p:nvPr>
            <p:ph type="title"/>
          </p:nvPr>
        </p:nvSpPr>
        <p:spPr>
          <a:xfrm>
            <a:off x="331787" y="3574839"/>
            <a:ext cx="4730750" cy="384721"/>
          </a:xfrm>
        </p:spPr>
        <p:txBody>
          <a:bodyPr>
            <a:spAutoFit/>
          </a:bodyPr>
          <a:lstStyle/>
          <a:p>
            <a:r>
              <a:rPr lang="en-US"/>
              <a:t>Click to edit Master title style</a:t>
            </a:r>
            <a:endParaRPr lang="en-US" dirty="0"/>
          </a:p>
        </p:txBody>
      </p:sp>
      <p:sp>
        <p:nvSpPr>
          <p:cNvPr id="4" name="Picture Placeholder 9">
            <a:extLst>
              <a:ext uri="{FF2B5EF4-FFF2-40B4-BE49-F238E27FC236}">
                <a16:creationId xmlns:a16="http://schemas.microsoft.com/office/drawing/2014/main" id="{36C9E59B-8806-1210-BE2E-351FA641D2DB}"/>
              </a:ext>
            </a:extLst>
          </p:cNvPr>
          <p:cNvSpPr>
            <a:spLocks noGrp="1"/>
          </p:cNvSpPr>
          <p:nvPr>
            <p:ph type="pic" sz="quarter" idx="15" hasCustomPrompt="1"/>
          </p:nvPr>
        </p:nvSpPr>
        <p:spPr>
          <a:xfrm>
            <a:off x="6157913" y="341313"/>
            <a:ext cx="5691187" cy="5921376"/>
          </a:xfrm>
          <a:noFill/>
        </p:spPr>
        <p:txBody>
          <a:bodyPr lIns="0" tIns="216000" anchor="t" anchorCtr="1">
            <a:normAutofit/>
          </a:bodyPr>
          <a:lstStyle>
            <a:lvl1pPr marL="0" indent="0">
              <a:buNone/>
              <a:defRPr sz="1200">
                <a:solidFill>
                  <a:sysClr val="windowText" lastClr="000000"/>
                </a:solidFill>
              </a:defRPr>
            </a:lvl1pPr>
          </a:lstStyle>
          <a:p>
            <a:r>
              <a:rPr lang="en-US" noProof="0"/>
              <a:t>Click the icon to insert an image</a:t>
            </a:r>
            <a:endParaRPr lang="en-US" noProof="0" dirty="0"/>
          </a:p>
        </p:txBody>
      </p:sp>
      <p:sp>
        <p:nvSpPr>
          <p:cNvPr id="10" name="TextBox 9">
            <a:extLst>
              <a:ext uri="{FF2B5EF4-FFF2-40B4-BE49-F238E27FC236}">
                <a16:creationId xmlns:a16="http://schemas.microsoft.com/office/drawing/2014/main" id="{F7CF948A-3BE4-3770-33CE-13A45CB37B2F}"/>
              </a:ext>
            </a:extLst>
          </p:cNvPr>
          <p:cNvSpPr txBox="1"/>
          <p:nvPr userDrawn="1"/>
        </p:nvSpPr>
        <p:spPr>
          <a:xfrm>
            <a:off x="332169" y="6435512"/>
            <a:ext cx="2567442" cy="177162"/>
          </a:xfrm>
          <a:prstGeom prst="rect">
            <a:avLst/>
          </a:prstGeom>
        </p:spPr>
        <p:txBody>
          <a:bodyPr vert="horz" lIns="0" tIns="0" rIns="0" bIns="0" rtlCol="0" anchor="t">
            <a:noAutofit/>
          </a:bodyPr>
          <a:lstStyle>
            <a:defPPr>
              <a:defRPr lang="sv-SE"/>
            </a:defPPr>
            <a:lvl1pPr>
              <a:defRPr sz="1000">
                <a:solidFill>
                  <a:schemeClr val="tx2"/>
                </a:solidFill>
              </a:defRPr>
            </a:lvl1pPr>
          </a:lstStyle>
          <a:p>
            <a:pPr lvl="0"/>
            <a:r>
              <a:rPr lang="en-US">
                <a:solidFill>
                  <a:srgbClr val="505055"/>
                </a:solidFill>
              </a:rPr>
              <a:t>© Bangkok Bank</a:t>
            </a:r>
            <a:endParaRPr lang="en-US" dirty="0">
              <a:solidFill>
                <a:srgbClr val="505055"/>
              </a:solidFill>
            </a:endParaRPr>
          </a:p>
        </p:txBody>
      </p:sp>
      <p:sp>
        <p:nvSpPr>
          <p:cNvPr id="12" name="Date Placeholder 11">
            <a:extLst>
              <a:ext uri="{FF2B5EF4-FFF2-40B4-BE49-F238E27FC236}">
                <a16:creationId xmlns:a16="http://schemas.microsoft.com/office/drawing/2014/main" id="{BC14D70D-7473-21C0-7428-7120485A3132}"/>
              </a:ext>
            </a:extLst>
          </p:cNvPr>
          <p:cNvSpPr>
            <a:spLocks noGrp="1"/>
          </p:cNvSpPr>
          <p:nvPr>
            <p:ph type="dt" sz="half" idx="25"/>
          </p:nvPr>
        </p:nvSpPr>
        <p:spPr/>
        <p:txBody>
          <a:bodyPr/>
          <a:lstStyle/>
          <a:p>
            <a:r>
              <a:rPr lang="en-US"/>
              <a:t>Date</a:t>
            </a:r>
            <a:endParaRPr lang="en-US" dirty="0"/>
          </a:p>
        </p:txBody>
      </p:sp>
      <p:sp>
        <p:nvSpPr>
          <p:cNvPr id="13" name="Footer Placeholder 12">
            <a:extLst>
              <a:ext uri="{FF2B5EF4-FFF2-40B4-BE49-F238E27FC236}">
                <a16:creationId xmlns:a16="http://schemas.microsoft.com/office/drawing/2014/main" id="{4CF1E9B1-7F90-AD81-AB86-F178A265223A}"/>
              </a:ext>
            </a:extLst>
          </p:cNvPr>
          <p:cNvSpPr>
            <a:spLocks noGrp="1"/>
          </p:cNvSpPr>
          <p:nvPr>
            <p:ph type="ftr" sz="quarter" idx="26"/>
          </p:nvPr>
        </p:nvSpPr>
        <p:spPr/>
        <p:txBody>
          <a:bodyPr/>
          <a:lstStyle/>
          <a:p>
            <a:r>
              <a:rPr lang="en-US"/>
              <a:t>Confidential / internal tag</a:t>
            </a:r>
            <a:endParaRPr lang="en-US" dirty="0"/>
          </a:p>
        </p:txBody>
      </p:sp>
      <p:sp>
        <p:nvSpPr>
          <p:cNvPr id="14" name="Slide Number Placeholder 13">
            <a:extLst>
              <a:ext uri="{FF2B5EF4-FFF2-40B4-BE49-F238E27FC236}">
                <a16:creationId xmlns:a16="http://schemas.microsoft.com/office/drawing/2014/main" id="{9D80071B-F04B-CF90-22DF-F08B9AC8C6A3}"/>
              </a:ext>
            </a:extLst>
          </p:cNvPr>
          <p:cNvSpPr>
            <a:spLocks noGrp="1"/>
          </p:cNvSpPr>
          <p:nvPr>
            <p:ph type="sldNum" sz="quarter" idx="27"/>
          </p:nvPr>
        </p:nvSpPr>
        <p:spPr/>
        <p:txBody>
          <a:bodyPr/>
          <a:lstStyle/>
          <a:p>
            <a:pPr algn="r"/>
            <a:fld id="{AE086683-F536-42AB-ABBC-F4803DFE8DBC}" type="slidenum">
              <a:rPr lang="en-US" smtClean="0"/>
              <a:pPr algn="r"/>
              <a:t>‹#›</a:t>
            </a:fld>
            <a:endParaRPr lang="en-US" dirty="0"/>
          </a:p>
        </p:txBody>
      </p:sp>
      <p:sp>
        <p:nvSpPr>
          <p:cNvPr id="2" name="Text Placeholder 2">
            <a:extLst>
              <a:ext uri="{FF2B5EF4-FFF2-40B4-BE49-F238E27FC236}">
                <a16:creationId xmlns:a16="http://schemas.microsoft.com/office/drawing/2014/main" id="{22474C5F-7EBD-6FDE-69FB-683D65332556}"/>
              </a:ext>
            </a:extLst>
          </p:cNvPr>
          <p:cNvSpPr>
            <a:spLocks noGrp="1"/>
          </p:cNvSpPr>
          <p:nvPr>
            <p:ph type="body" sz="quarter" idx="20"/>
          </p:nvPr>
        </p:nvSpPr>
        <p:spPr>
          <a:xfrm>
            <a:off x="331788" y="3957425"/>
            <a:ext cx="4730750" cy="384721"/>
          </a:xfrm>
        </p:spPr>
        <p:txBody>
          <a:bodyPr>
            <a:noAutofit/>
          </a:bodyPr>
          <a:lstStyle>
            <a:lvl1pPr marL="0" indent="0">
              <a:lnSpc>
                <a:spcPts val="3000"/>
              </a:lnSpc>
              <a:spcBef>
                <a:spcPts val="0"/>
              </a:spcBef>
              <a:buNone/>
              <a:defRPr sz="2400">
                <a:solidFill>
                  <a:schemeClr val="tx1"/>
                </a:solidFill>
              </a:defRPr>
            </a:lvl1pPr>
            <a:lvl2pPr marL="176213" indent="0">
              <a:buNone/>
              <a:defRPr/>
            </a:lvl2pPr>
          </a:lstStyle>
          <a:p>
            <a:pPr lvl="0"/>
            <a:r>
              <a:rPr lang="en-US"/>
              <a:t>Click to edit Master text styles</a:t>
            </a:r>
            <a:endParaRPr lang="en-US" dirty="0"/>
          </a:p>
        </p:txBody>
      </p:sp>
      <p:sp>
        <p:nvSpPr>
          <p:cNvPr id="5" name="Text Placeholder 11">
            <a:extLst>
              <a:ext uri="{FF2B5EF4-FFF2-40B4-BE49-F238E27FC236}">
                <a16:creationId xmlns:a16="http://schemas.microsoft.com/office/drawing/2014/main" id="{47FC8258-3051-D3CC-01A9-BF35DB9C28FD}"/>
              </a:ext>
            </a:extLst>
          </p:cNvPr>
          <p:cNvSpPr>
            <a:spLocks noGrp="1"/>
          </p:cNvSpPr>
          <p:nvPr>
            <p:ph type="body" sz="quarter" idx="24"/>
          </p:nvPr>
        </p:nvSpPr>
        <p:spPr>
          <a:xfrm>
            <a:off x="331789" y="4670425"/>
            <a:ext cx="3760786" cy="1592263"/>
          </a:xfrm>
        </p:spPr>
        <p:txBody>
          <a:bodyPr anchor="b"/>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a:t>Click to edit Master text styles</a:t>
            </a:r>
          </a:p>
          <a:p>
            <a:pPr lvl="1"/>
            <a:r>
              <a:rPr lang="en-US"/>
              <a:t>Second level</a:t>
            </a:r>
          </a:p>
          <a:p>
            <a:pPr lvl="2"/>
            <a:r>
              <a:rPr lang="en-US"/>
              <a:t>Third level</a:t>
            </a:r>
            <a:endParaRPr lang="en-US" dirty="0"/>
          </a:p>
        </p:txBody>
      </p:sp>
    </p:spTree>
    <p:extLst>
      <p:ext uri="{BB962C8B-B14F-4D97-AF65-F5344CB8AC3E}">
        <p14:creationId xmlns:p14="http://schemas.microsoft.com/office/powerpoint/2010/main" val="4009098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rofile x4">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B581A799-E249-6549-3715-550E6ED0B7A1}"/>
              </a:ext>
            </a:extLst>
          </p:cNvPr>
          <p:cNvSpPr>
            <a:spLocks noGrp="1"/>
          </p:cNvSpPr>
          <p:nvPr>
            <p:ph type="pic" sz="quarter" idx="27" hasCustomPrompt="1"/>
          </p:nvPr>
        </p:nvSpPr>
        <p:spPr>
          <a:xfrm>
            <a:off x="341313" y="1700213"/>
            <a:ext cx="2779009" cy="1874837"/>
          </a:xfrm>
          <a:noFill/>
        </p:spPr>
        <p:txBody>
          <a:bodyPr vert="horz" lIns="0" tIns="216000" rIns="0" bIns="0" rtlCol="0" anchor="t" anchorCtr="1">
            <a:normAutofit/>
          </a:bodyPr>
          <a:lstStyle>
            <a:lvl1pPr marL="0" indent="0">
              <a:buNone/>
              <a:defRPr lang="en-US" sz="1200">
                <a:solidFill>
                  <a:schemeClr val="tx1"/>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9" name="Platshållare för text 2">
            <a:extLst>
              <a:ext uri="{FF2B5EF4-FFF2-40B4-BE49-F238E27FC236}">
                <a16:creationId xmlns:a16="http://schemas.microsoft.com/office/drawing/2014/main" id="{C34D1405-1806-0F3B-E523-C18D27D5780C}"/>
              </a:ext>
            </a:extLst>
          </p:cNvPr>
          <p:cNvSpPr>
            <a:spLocks noGrp="1"/>
          </p:cNvSpPr>
          <p:nvPr>
            <p:ph type="body" idx="14" hasCustomPrompt="1"/>
          </p:nvPr>
        </p:nvSpPr>
        <p:spPr>
          <a:xfrm>
            <a:off x="348503" y="3701178"/>
            <a:ext cx="2775698" cy="256480"/>
          </a:xfrm>
          <a:prstGeom prst="rect">
            <a:avLst/>
          </a:prstGeom>
        </p:spPr>
        <p:txBody>
          <a:bodyPr anchor="t">
            <a:spAutoFit/>
          </a:bodyPr>
          <a:lstStyle>
            <a:lvl1pPr marL="0" indent="0">
              <a:lnSpc>
                <a:spcPts val="2000"/>
              </a:lnSpc>
              <a:spcBef>
                <a:spcPts val="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14" name="Picture Placeholder 12">
            <a:extLst>
              <a:ext uri="{FF2B5EF4-FFF2-40B4-BE49-F238E27FC236}">
                <a16:creationId xmlns:a16="http://schemas.microsoft.com/office/drawing/2014/main" id="{1C6D7684-9779-DA4A-4FB0-FE330484253F}"/>
              </a:ext>
            </a:extLst>
          </p:cNvPr>
          <p:cNvSpPr>
            <a:spLocks noGrp="1"/>
          </p:cNvSpPr>
          <p:nvPr>
            <p:ph type="pic" sz="quarter" idx="28" hasCustomPrompt="1"/>
          </p:nvPr>
        </p:nvSpPr>
        <p:spPr>
          <a:xfrm>
            <a:off x="3253491" y="1700213"/>
            <a:ext cx="2779009" cy="1874837"/>
          </a:xfrm>
          <a:noFill/>
        </p:spPr>
        <p:txBody>
          <a:bodyPr vert="horz" lIns="0" tIns="216000" rIns="0" bIns="0" rtlCol="0" anchor="t" anchorCtr="1">
            <a:normAutofit/>
          </a:bodyPr>
          <a:lstStyle>
            <a:lvl1pPr marL="0" indent="0">
              <a:buNone/>
              <a:defRPr lang="en-US" sz="1200">
                <a:solidFill>
                  <a:schemeClr val="tx1"/>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28" name="Platshållare för text 2">
            <a:extLst>
              <a:ext uri="{FF2B5EF4-FFF2-40B4-BE49-F238E27FC236}">
                <a16:creationId xmlns:a16="http://schemas.microsoft.com/office/drawing/2014/main" id="{D9E2977C-EF68-461C-3C57-A0A07416AF00}"/>
              </a:ext>
            </a:extLst>
          </p:cNvPr>
          <p:cNvSpPr>
            <a:spLocks noGrp="1"/>
          </p:cNvSpPr>
          <p:nvPr>
            <p:ph type="body" idx="22" hasCustomPrompt="1"/>
          </p:nvPr>
        </p:nvSpPr>
        <p:spPr>
          <a:xfrm>
            <a:off x="3249613" y="3701178"/>
            <a:ext cx="2775698" cy="256480"/>
          </a:xfrm>
          <a:prstGeom prst="rect">
            <a:avLst/>
          </a:prstGeom>
        </p:spPr>
        <p:txBody>
          <a:bodyPr anchor="t">
            <a:spAutoFit/>
          </a:bodyPr>
          <a:lstStyle>
            <a:lvl1pPr marL="0" indent="0">
              <a:lnSpc>
                <a:spcPts val="2000"/>
              </a:lnSpc>
              <a:spcBef>
                <a:spcPts val="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16" name="Picture Placeholder 12">
            <a:extLst>
              <a:ext uri="{FF2B5EF4-FFF2-40B4-BE49-F238E27FC236}">
                <a16:creationId xmlns:a16="http://schemas.microsoft.com/office/drawing/2014/main" id="{39434C90-3BA7-D9AF-E365-45FD0D5F9758}"/>
              </a:ext>
            </a:extLst>
          </p:cNvPr>
          <p:cNvSpPr>
            <a:spLocks noGrp="1"/>
          </p:cNvSpPr>
          <p:nvPr>
            <p:ph type="pic" sz="quarter" idx="29" hasCustomPrompt="1"/>
          </p:nvPr>
        </p:nvSpPr>
        <p:spPr>
          <a:xfrm>
            <a:off x="6157913" y="1700212"/>
            <a:ext cx="2779200" cy="1874837"/>
          </a:xfrm>
          <a:noFill/>
        </p:spPr>
        <p:txBody>
          <a:bodyPr vert="horz" lIns="0" tIns="216000" rIns="0" bIns="0" rtlCol="0" anchor="t" anchorCtr="1">
            <a:normAutofit/>
          </a:bodyPr>
          <a:lstStyle>
            <a:lvl1pPr marL="0" indent="0">
              <a:buNone/>
              <a:defRPr lang="en-US" sz="1200">
                <a:solidFill>
                  <a:schemeClr val="tx1"/>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a:t>
            </a:r>
            <a:endParaRPr lang="en-US" noProof="0" dirty="0"/>
          </a:p>
        </p:txBody>
      </p:sp>
      <p:sp>
        <p:nvSpPr>
          <p:cNvPr id="30" name="Platshållare för text 2">
            <a:extLst>
              <a:ext uri="{FF2B5EF4-FFF2-40B4-BE49-F238E27FC236}">
                <a16:creationId xmlns:a16="http://schemas.microsoft.com/office/drawing/2014/main" id="{A3B6B719-C083-134A-1CA7-E5E0AF988232}"/>
              </a:ext>
            </a:extLst>
          </p:cNvPr>
          <p:cNvSpPr>
            <a:spLocks noGrp="1"/>
          </p:cNvSpPr>
          <p:nvPr>
            <p:ph type="body" idx="24" hasCustomPrompt="1"/>
          </p:nvPr>
        </p:nvSpPr>
        <p:spPr>
          <a:xfrm>
            <a:off x="6165102" y="3701178"/>
            <a:ext cx="2775698" cy="256480"/>
          </a:xfrm>
          <a:prstGeom prst="rect">
            <a:avLst/>
          </a:prstGeom>
        </p:spPr>
        <p:txBody>
          <a:bodyPr anchor="t">
            <a:spAutoFit/>
          </a:bodyPr>
          <a:lstStyle>
            <a:lvl1pPr marL="0" indent="0">
              <a:lnSpc>
                <a:spcPts val="2000"/>
              </a:lnSpc>
              <a:spcBef>
                <a:spcPts val="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18" name="Picture Placeholder 12">
            <a:extLst>
              <a:ext uri="{FF2B5EF4-FFF2-40B4-BE49-F238E27FC236}">
                <a16:creationId xmlns:a16="http://schemas.microsoft.com/office/drawing/2014/main" id="{36A019A1-DF8D-1E19-E693-F568AD8DF939}"/>
              </a:ext>
            </a:extLst>
          </p:cNvPr>
          <p:cNvSpPr>
            <a:spLocks noGrp="1"/>
          </p:cNvSpPr>
          <p:nvPr>
            <p:ph type="pic" sz="quarter" idx="30" hasCustomPrompt="1"/>
          </p:nvPr>
        </p:nvSpPr>
        <p:spPr>
          <a:xfrm>
            <a:off x="9063924" y="1700213"/>
            <a:ext cx="2779200" cy="1874836"/>
          </a:xfrm>
          <a:noFill/>
        </p:spPr>
        <p:txBody>
          <a:bodyPr vert="horz" lIns="0" tIns="216000" rIns="0" bIns="0" rtlCol="0" anchor="t" anchorCtr="1">
            <a:normAutofit/>
          </a:bodyPr>
          <a:lstStyle>
            <a:lvl1pPr marL="0" indent="0">
              <a:buNone/>
              <a:defRPr lang="en-US" sz="1200">
                <a:solidFill>
                  <a:schemeClr val="tx1"/>
                </a:solidFill>
              </a:defRPr>
            </a:lvl1pPr>
          </a:lstStyle>
          <a:p>
            <a:pPr marL="171450" marR="0" lvl="0" indent="-171450" algn="l" defTabSz="914400" rtl="0" eaLnBrk="1" fontAlgn="auto" latinLnBrk="0" hangingPunct="1">
              <a:lnSpc>
                <a:spcPct val="95000"/>
              </a:lnSpc>
              <a:spcBef>
                <a:spcPts val="800"/>
              </a:spcBef>
              <a:spcAft>
                <a:spcPts val="500"/>
              </a:spcAft>
              <a:buClrTx/>
              <a:buSzTx/>
              <a:tabLst/>
              <a:defRPr/>
            </a:pPr>
            <a:r>
              <a:rPr lang="en-US" noProof="0"/>
              <a:t>Click the icon to insert an image </a:t>
            </a:r>
            <a:endParaRPr lang="en-US" noProof="0" dirty="0"/>
          </a:p>
        </p:txBody>
      </p:sp>
      <p:sp>
        <p:nvSpPr>
          <p:cNvPr id="32" name="Platshållare för text 2">
            <a:extLst>
              <a:ext uri="{FF2B5EF4-FFF2-40B4-BE49-F238E27FC236}">
                <a16:creationId xmlns:a16="http://schemas.microsoft.com/office/drawing/2014/main" id="{2C7A880A-B80B-7CF1-B377-AA839491E5FD}"/>
              </a:ext>
            </a:extLst>
          </p:cNvPr>
          <p:cNvSpPr>
            <a:spLocks noGrp="1"/>
          </p:cNvSpPr>
          <p:nvPr>
            <p:ph type="body" idx="26" hasCustomPrompt="1"/>
          </p:nvPr>
        </p:nvSpPr>
        <p:spPr>
          <a:xfrm>
            <a:off x="9063924" y="3701178"/>
            <a:ext cx="2775698" cy="256480"/>
          </a:xfrm>
          <a:prstGeom prst="rect">
            <a:avLst/>
          </a:prstGeom>
        </p:spPr>
        <p:txBody>
          <a:bodyPr anchor="t">
            <a:spAutoFit/>
          </a:bodyPr>
          <a:lstStyle>
            <a:lvl1pPr marL="0" indent="0">
              <a:lnSpc>
                <a:spcPts val="2000"/>
              </a:lnSpc>
              <a:spcBef>
                <a:spcPts val="0"/>
              </a:spcBef>
              <a:buNone/>
              <a:defRPr sz="1600" b="0" spc="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headline here</a:t>
            </a:r>
            <a:endParaRPr lang="en-US" dirty="0"/>
          </a:p>
        </p:txBody>
      </p:sp>
      <p:sp>
        <p:nvSpPr>
          <p:cNvPr id="5" name="Date Placeholder 4">
            <a:extLst>
              <a:ext uri="{FF2B5EF4-FFF2-40B4-BE49-F238E27FC236}">
                <a16:creationId xmlns:a16="http://schemas.microsoft.com/office/drawing/2014/main" id="{30FDD738-AD26-2F41-ABE6-91DAD2E6B30F}"/>
              </a:ext>
            </a:extLst>
          </p:cNvPr>
          <p:cNvSpPr>
            <a:spLocks noGrp="1"/>
          </p:cNvSpPr>
          <p:nvPr>
            <p:ph type="dt" sz="half" idx="31"/>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9BFEC91B-D67B-627D-A529-34842EC79632}"/>
              </a:ext>
            </a:extLst>
          </p:cNvPr>
          <p:cNvSpPr>
            <a:spLocks noGrp="1"/>
          </p:cNvSpPr>
          <p:nvPr>
            <p:ph type="ftr" sz="quarter" idx="32"/>
          </p:nvPr>
        </p:nvSpPr>
        <p:spPr/>
        <p:txBody>
          <a:bodyPr/>
          <a:lstStyle/>
          <a:p>
            <a:r>
              <a:rPr lang="en-US"/>
              <a:t>Confidential / internal tag</a:t>
            </a:r>
            <a:endParaRPr lang="en-US" dirty="0"/>
          </a:p>
        </p:txBody>
      </p:sp>
      <p:sp>
        <p:nvSpPr>
          <p:cNvPr id="7" name="Slide Number Placeholder 6">
            <a:extLst>
              <a:ext uri="{FF2B5EF4-FFF2-40B4-BE49-F238E27FC236}">
                <a16:creationId xmlns:a16="http://schemas.microsoft.com/office/drawing/2014/main" id="{CD5F5E55-2468-B50E-967F-B51183155D07}"/>
              </a:ext>
            </a:extLst>
          </p:cNvPr>
          <p:cNvSpPr>
            <a:spLocks noGrp="1"/>
          </p:cNvSpPr>
          <p:nvPr>
            <p:ph type="sldNum" sz="quarter" idx="33"/>
          </p:nvPr>
        </p:nvSpPr>
        <p:spPr/>
        <p:txBody>
          <a:bodyPr/>
          <a:lstStyle/>
          <a:p>
            <a:pPr algn="r"/>
            <a:fld id="{AE086683-F536-42AB-ABBC-F4803DFE8DBC}" type="slidenum">
              <a:rPr lang="en-US" smtClean="0"/>
              <a:pPr algn="r"/>
              <a:t>‹#›</a:t>
            </a:fld>
            <a:endParaRPr lang="en-US" dirty="0"/>
          </a:p>
        </p:txBody>
      </p:sp>
      <p:sp>
        <p:nvSpPr>
          <p:cNvPr id="3" name="Text Placeholder 2">
            <a:extLst>
              <a:ext uri="{FF2B5EF4-FFF2-40B4-BE49-F238E27FC236}">
                <a16:creationId xmlns:a16="http://schemas.microsoft.com/office/drawing/2014/main" id="{5193AE97-9FB7-7289-A965-47EB24CA9DF3}"/>
              </a:ext>
            </a:extLst>
          </p:cNvPr>
          <p:cNvSpPr>
            <a:spLocks noGrp="1"/>
          </p:cNvSpPr>
          <p:nvPr>
            <p:ph type="body" sz="quarter" idx="20"/>
          </p:nvPr>
        </p:nvSpPr>
        <p:spPr>
          <a:xfrm>
            <a:off x="348503" y="3943136"/>
            <a:ext cx="2778872" cy="256480"/>
          </a:xfrm>
        </p:spPr>
        <p:txBody>
          <a:bodyPr wrap="square">
            <a:spAutoFit/>
          </a:bodyPr>
          <a:lstStyle>
            <a:lvl1pPr marL="0" indent="0">
              <a:lnSpc>
                <a:spcPts val="2000"/>
              </a:lnSpc>
              <a:spcBef>
                <a:spcPts val="0"/>
              </a:spcBef>
              <a:buNone/>
              <a:defRPr sz="1600">
                <a:solidFill>
                  <a:schemeClr val="tx1"/>
                </a:solidFill>
              </a:defRPr>
            </a:lvl1pPr>
            <a:lvl2pPr marL="176213" indent="0">
              <a:buNone/>
              <a:defRPr/>
            </a:lvl2pPr>
          </a:lstStyle>
          <a:p>
            <a:pPr lvl="0"/>
            <a:r>
              <a:rPr lang="en-US"/>
              <a:t>Click to edit Master text styles</a:t>
            </a:r>
            <a:endParaRPr lang="en-US" dirty="0"/>
          </a:p>
        </p:txBody>
      </p:sp>
      <p:sp>
        <p:nvSpPr>
          <p:cNvPr id="4" name="Text Placeholder 2">
            <a:extLst>
              <a:ext uri="{FF2B5EF4-FFF2-40B4-BE49-F238E27FC236}">
                <a16:creationId xmlns:a16="http://schemas.microsoft.com/office/drawing/2014/main" id="{85F070BA-9F6D-D5B2-8B0C-13C1051BCAF1}"/>
              </a:ext>
            </a:extLst>
          </p:cNvPr>
          <p:cNvSpPr>
            <a:spLocks noGrp="1"/>
          </p:cNvSpPr>
          <p:nvPr>
            <p:ph type="body" sz="quarter" idx="34"/>
          </p:nvPr>
        </p:nvSpPr>
        <p:spPr>
          <a:xfrm>
            <a:off x="3249613" y="3943136"/>
            <a:ext cx="2775698" cy="256480"/>
          </a:xfrm>
        </p:spPr>
        <p:txBody>
          <a:bodyPr wrap="square">
            <a:spAutoFit/>
          </a:bodyPr>
          <a:lstStyle>
            <a:lvl1pPr marL="0" indent="0">
              <a:lnSpc>
                <a:spcPts val="2000"/>
              </a:lnSpc>
              <a:spcBef>
                <a:spcPts val="0"/>
              </a:spcBef>
              <a:buNone/>
              <a:defRPr sz="1600">
                <a:solidFill>
                  <a:schemeClr val="tx1"/>
                </a:solidFill>
              </a:defRPr>
            </a:lvl1pPr>
            <a:lvl2pPr marL="176213" indent="0">
              <a:buNone/>
              <a:defRPr/>
            </a:lvl2pPr>
          </a:lstStyle>
          <a:p>
            <a:pPr lvl="0"/>
            <a:r>
              <a:rPr lang="en-US"/>
              <a:t>Click to edit Master text styles</a:t>
            </a:r>
            <a:endParaRPr lang="en-US" dirty="0"/>
          </a:p>
        </p:txBody>
      </p:sp>
      <p:sp>
        <p:nvSpPr>
          <p:cNvPr id="11" name="Text Placeholder 2">
            <a:extLst>
              <a:ext uri="{FF2B5EF4-FFF2-40B4-BE49-F238E27FC236}">
                <a16:creationId xmlns:a16="http://schemas.microsoft.com/office/drawing/2014/main" id="{B6891F0B-D53E-FC06-046B-94DC2A4038B7}"/>
              </a:ext>
            </a:extLst>
          </p:cNvPr>
          <p:cNvSpPr>
            <a:spLocks noGrp="1"/>
          </p:cNvSpPr>
          <p:nvPr>
            <p:ph type="body" sz="quarter" idx="35"/>
          </p:nvPr>
        </p:nvSpPr>
        <p:spPr>
          <a:xfrm>
            <a:off x="6165102" y="3943136"/>
            <a:ext cx="2775698" cy="256480"/>
          </a:xfrm>
        </p:spPr>
        <p:txBody>
          <a:bodyPr wrap="square">
            <a:spAutoFit/>
          </a:bodyPr>
          <a:lstStyle>
            <a:lvl1pPr marL="0" indent="0">
              <a:lnSpc>
                <a:spcPts val="2000"/>
              </a:lnSpc>
              <a:spcBef>
                <a:spcPts val="0"/>
              </a:spcBef>
              <a:buNone/>
              <a:defRPr sz="1600">
                <a:solidFill>
                  <a:schemeClr val="tx1"/>
                </a:solidFill>
              </a:defRPr>
            </a:lvl1pPr>
            <a:lvl2pPr marL="176213" indent="0">
              <a:buNone/>
              <a:defRPr/>
            </a:lvl2pPr>
          </a:lstStyle>
          <a:p>
            <a:pPr lvl="0"/>
            <a:r>
              <a:rPr lang="en-US"/>
              <a:t>Click to edit Master text styles</a:t>
            </a:r>
            <a:endParaRPr lang="en-US" dirty="0"/>
          </a:p>
        </p:txBody>
      </p:sp>
      <p:sp>
        <p:nvSpPr>
          <p:cNvPr id="12" name="Text Placeholder 2">
            <a:extLst>
              <a:ext uri="{FF2B5EF4-FFF2-40B4-BE49-F238E27FC236}">
                <a16:creationId xmlns:a16="http://schemas.microsoft.com/office/drawing/2014/main" id="{FC7781E3-EF7A-C203-5CBD-E7091B84E959}"/>
              </a:ext>
            </a:extLst>
          </p:cNvPr>
          <p:cNvSpPr>
            <a:spLocks noGrp="1"/>
          </p:cNvSpPr>
          <p:nvPr>
            <p:ph type="body" sz="quarter" idx="36"/>
          </p:nvPr>
        </p:nvSpPr>
        <p:spPr>
          <a:xfrm>
            <a:off x="9063924" y="3943136"/>
            <a:ext cx="2775698" cy="256480"/>
          </a:xfrm>
        </p:spPr>
        <p:txBody>
          <a:bodyPr wrap="square">
            <a:spAutoFit/>
          </a:bodyPr>
          <a:lstStyle>
            <a:lvl1pPr marL="0" indent="0">
              <a:lnSpc>
                <a:spcPts val="2000"/>
              </a:lnSpc>
              <a:spcBef>
                <a:spcPts val="0"/>
              </a:spcBef>
              <a:buNone/>
              <a:defRPr sz="1600">
                <a:solidFill>
                  <a:schemeClr val="tx1"/>
                </a:solidFill>
              </a:defRPr>
            </a:lvl1pPr>
            <a:lvl2pPr marL="176213" indent="0">
              <a:buNone/>
              <a:defRPr/>
            </a:lvl2pPr>
          </a:lstStyle>
          <a:p>
            <a:pPr lvl="0"/>
            <a:r>
              <a:rPr lang="en-US"/>
              <a:t>Click to edit Master text styles</a:t>
            </a:r>
            <a:endParaRPr lang="en-US" dirty="0"/>
          </a:p>
        </p:txBody>
      </p:sp>
      <p:sp>
        <p:nvSpPr>
          <p:cNvPr id="2" name="Title 1">
            <a:extLst>
              <a:ext uri="{FF2B5EF4-FFF2-40B4-BE49-F238E27FC236}">
                <a16:creationId xmlns:a16="http://schemas.microsoft.com/office/drawing/2014/main" id="{B2851B6C-6948-FB97-D149-8B13BDB20E9D}"/>
              </a:ext>
            </a:extLst>
          </p:cNvPr>
          <p:cNvSpPr>
            <a:spLocks noGrp="1"/>
          </p:cNvSpPr>
          <p:nvPr>
            <p:ph type="title"/>
          </p:nvPr>
        </p:nvSpPr>
        <p:spPr/>
        <p:txBody>
          <a:bodyPr/>
          <a:lstStyle/>
          <a:p>
            <a:r>
              <a:rPr lang="en-US"/>
              <a:t>Click to edit Master title style</a:t>
            </a:r>
          </a:p>
        </p:txBody>
      </p:sp>
      <p:sp>
        <p:nvSpPr>
          <p:cNvPr id="8" name="Content Placeholder 8">
            <a:extLst>
              <a:ext uri="{FF2B5EF4-FFF2-40B4-BE49-F238E27FC236}">
                <a16:creationId xmlns:a16="http://schemas.microsoft.com/office/drawing/2014/main" id="{1AE5997F-2630-71A8-C84F-CCBF6D3554B8}"/>
              </a:ext>
            </a:extLst>
          </p:cNvPr>
          <p:cNvSpPr>
            <a:spLocks noGrp="1"/>
          </p:cNvSpPr>
          <p:nvPr>
            <p:ph sz="quarter" idx="37"/>
          </p:nvPr>
        </p:nvSpPr>
        <p:spPr>
          <a:xfrm>
            <a:off x="349251" y="4373564"/>
            <a:ext cx="2778125" cy="188912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10" name="Content Placeholder 8">
            <a:extLst>
              <a:ext uri="{FF2B5EF4-FFF2-40B4-BE49-F238E27FC236}">
                <a16:creationId xmlns:a16="http://schemas.microsoft.com/office/drawing/2014/main" id="{48A3DCA9-6F53-5B77-74E8-8C5901C6B220}"/>
              </a:ext>
            </a:extLst>
          </p:cNvPr>
          <p:cNvSpPr>
            <a:spLocks noGrp="1"/>
          </p:cNvSpPr>
          <p:nvPr>
            <p:ph sz="quarter" idx="38"/>
          </p:nvPr>
        </p:nvSpPr>
        <p:spPr>
          <a:xfrm>
            <a:off x="3252401" y="4373563"/>
            <a:ext cx="2779009" cy="188912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17" name="Content Placeholder 8">
            <a:extLst>
              <a:ext uri="{FF2B5EF4-FFF2-40B4-BE49-F238E27FC236}">
                <a16:creationId xmlns:a16="http://schemas.microsoft.com/office/drawing/2014/main" id="{2B56F7BC-F53B-8FB5-1CFA-85DA2D850C17}"/>
              </a:ext>
            </a:extLst>
          </p:cNvPr>
          <p:cNvSpPr>
            <a:spLocks noGrp="1"/>
          </p:cNvSpPr>
          <p:nvPr>
            <p:ph sz="quarter" idx="39"/>
          </p:nvPr>
        </p:nvSpPr>
        <p:spPr>
          <a:xfrm>
            <a:off x="6160588" y="4373563"/>
            <a:ext cx="2779199" cy="188912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19" name="Content Placeholder 8">
            <a:extLst>
              <a:ext uri="{FF2B5EF4-FFF2-40B4-BE49-F238E27FC236}">
                <a16:creationId xmlns:a16="http://schemas.microsoft.com/office/drawing/2014/main" id="{B6CFFD1F-D8F0-2A6B-198C-409277AE6D40}"/>
              </a:ext>
            </a:extLst>
          </p:cNvPr>
          <p:cNvSpPr>
            <a:spLocks noGrp="1"/>
          </p:cNvSpPr>
          <p:nvPr>
            <p:ph sz="quarter" idx="40"/>
          </p:nvPr>
        </p:nvSpPr>
        <p:spPr>
          <a:xfrm>
            <a:off x="9063924" y="4373563"/>
            <a:ext cx="2779199" cy="1889125"/>
          </a:xfrm>
        </p:spPr>
        <p:txBody>
          <a:bodyPr/>
          <a:lstStyle>
            <a:lvl1pPr>
              <a:lnSpc>
                <a:spcPts val="1700"/>
              </a:lnSpc>
              <a:spcBef>
                <a:spcPts val="900"/>
              </a:spcBef>
              <a:defRPr sz="1200"/>
            </a:lvl1pPr>
            <a:lvl2pPr>
              <a:lnSpc>
                <a:spcPts val="1400"/>
              </a:lnSpc>
              <a:spcBef>
                <a:spcPts val="900"/>
              </a:spcBef>
              <a:defRPr sz="1000"/>
            </a:lvl2pPr>
            <a:lvl3pPr>
              <a:lnSpc>
                <a:spcPts val="1400"/>
              </a:lnSpc>
              <a:spcBef>
                <a:spcPts val="900"/>
              </a:spcBef>
              <a:defRPr sz="1000"/>
            </a:lvl3pPr>
          </a:lstStyle>
          <a:p>
            <a:pPr lvl="0"/>
            <a:r>
              <a:rPr lang="en-US" dirty="0"/>
              <a:t>Click to edit Master text styles</a:t>
            </a:r>
          </a:p>
          <a:p>
            <a:pPr lvl="1"/>
            <a:r>
              <a:rPr lang="en-US" dirty="0"/>
              <a:t>Second level</a:t>
            </a:r>
          </a:p>
          <a:p>
            <a:pPr lvl="2"/>
            <a:r>
              <a:rPr lang="en-US" dirty="0"/>
              <a:t>Third level</a:t>
            </a:r>
          </a:p>
        </p:txBody>
      </p:sp>
      <p:sp>
        <p:nvSpPr>
          <p:cNvPr id="15" name="Text Placeholder 2">
            <a:extLst>
              <a:ext uri="{FF2B5EF4-FFF2-40B4-BE49-F238E27FC236}">
                <a16:creationId xmlns:a16="http://schemas.microsoft.com/office/drawing/2014/main" id="{FF6F2D74-4BC4-F370-9030-A55E7CA87093}"/>
              </a:ext>
            </a:extLst>
          </p:cNvPr>
          <p:cNvSpPr>
            <a:spLocks noGrp="1"/>
          </p:cNvSpPr>
          <p:nvPr>
            <p:ph type="body" sz="quarter" idx="41"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4611749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entered video container">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F8D099E-681E-91EE-39F4-F3A095085AD0}"/>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C58CC36B-6E4A-61AC-89EF-22727F7917DB}"/>
              </a:ext>
            </a:extLst>
          </p:cNvPr>
          <p:cNvSpPr>
            <a:spLocks noGrp="1"/>
          </p:cNvSpPr>
          <p:nvPr>
            <p:ph type="ftr" sz="quarter" idx="11"/>
          </p:nvPr>
        </p:nvSpPr>
        <p:spPr/>
        <p:txBody>
          <a:bodyPr/>
          <a:lstStyle/>
          <a:p>
            <a:r>
              <a:rPr lang="en-US"/>
              <a:t>Confidential / internal tag</a:t>
            </a:r>
            <a:endParaRPr lang="en-US" dirty="0"/>
          </a:p>
        </p:txBody>
      </p:sp>
      <p:sp>
        <p:nvSpPr>
          <p:cNvPr id="7" name="Slide Number Placeholder 6">
            <a:extLst>
              <a:ext uri="{FF2B5EF4-FFF2-40B4-BE49-F238E27FC236}">
                <a16:creationId xmlns:a16="http://schemas.microsoft.com/office/drawing/2014/main" id="{1F43E7EA-9631-1A51-7A86-A115C1B88BD5}"/>
              </a:ext>
            </a:extLst>
          </p:cNvPr>
          <p:cNvSpPr>
            <a:spLocks noGrp="1"/>
          </p:cNvSpPr>
          <p:nvPr>
            <p:ph type="sldNum" sz="quarter" idx="12"/>
          </p:nvPr>
        </p:nvSpPr>
        <p:spPr/>
        <p:txBody>
          <a:bodyPr/>
          <a:lstStyle/>
          <a:p>
            <a:pPr algn="r"/>
            <a:fld id="{AE086683-F536-42AB-ABBC-F4803DFE8DBC}" type="slidenum">
              <a:rPr lang="en-US" smtClean="0"/>
              <a:pPr algn="r"/>
              <a:t>‹#›</a:t>
            </a:fld>
            <a:endParaRPr lang="en-US" dirty="0"/>
          </a:p>
        </p:txBody>
      </p:sp>
      <p:sp>
        <p:nvSpPr>
          <p:cNvPr id="8" name="Media Placeholder 7">
            <a:extLst>
              <a:ext uri="{FF2B5EF4-FFF2-40B4-BE49-F238E27FC236}">
                <a16:creationId xmlns:a16="http://schemas.microsoft.com/office/drawing/2014/main" id="{9D8AD4EF-DCFE-8FEC-282E-95A4D81C3D25}"/>
              </a:ext>
            </a:extLst>
          </p:cNvPr>
          <p:cNvSpPr>
            <a:spLocks noGrp="1"/>
          </p:cNvSpPr>
          <p:nvPr>
            <p:ph type="media" sz="quarter" idx="13" hasCustomPrompt="1"/>
          </p:nvPr>
        </p:nvSpPr>
        <p:spPr>
          <a:xfrm>
            <a:off x="2280444" y="1016000"/>
            <a:ext cx="7631113" cy="4209035"/>
          </a:xfrm>
          <a:custGeom>
            <a:avLst/>
            <a:gdLst>
              <a:gd name="connsiteX0" fmla="*/ 0 w 7631113"/>
              <a:gd name="connsiteY0" fmla="*/ 0 h 4209035"/>
              <a:gd name="connsiteX1" fmla="*/ 7631113 w 7631113"/>
              <a:gd name="connsiteY1" fmla="*/ 0 h 4209035"/>
              <a:gd name="connsiteX2" fmla="*/ 7631113 w 7631113"/>
              <a:gd name="connsiteY2" fmla="*/ 4209035 h 4209035"/>
              <a:gd name="connsiteX3" fmla="*/ 0 w 7631113"/>
              <a:gd name="connsiteY3" fmla="*/ 4209035 h 4209035"/>
            </a:gdLst>
            <a:ahLst/>
            <a:cxnLst>
              <a:cxn ang="0">
                <a:pos x="connsiteX0" y="connsiteY0"/>
              </a:cxn>
              <a:cxn ang="0">
                <a:pos x="connsiteX1" y="connsiteY1"/>
              </a:cxn>
              <a:cxn ang="0">
                <a:pos x="connsiteX2" y="connsiteY2"/>
              </a:cxn>
              <a:cxn ang="0">
                <a:pos x="connsiteX3" y="connsiteY3"/>
              </a:cxn>
            </a:cxnLst>
            <a:rect l="l" t="t" r="r" b="b"/>
            <a:pathLst>
              <a:path w="7631113" h="4209035">
                <a:moveTo>
                  <a:pt x="0" y="0"/>
                </a:moveTo>
                <a:lnTo>
                  <a:pt x="7631113" y="0"/>
                </a:lnTo>
                <a:lnTo>
                  <a:pt x="7631113" y="4209035"/>
                </a:lnTo>
                <a:lnTo>
                  <a:pt x="0" y="4209035"/>
                </a:lnTo>
                <a:close/>
              </a:path>
            </a:pathLst>
          </a:custGeom>
        </p:spPr>
        <p:txBody>
          <a:bodyPr wrap="square" tIns="216000">
            <a:noAutofit/>
          </a:bodyPr>
          <a:lstStyle>
            <a:lvl1pPr marL="0" indent="0" algn="ctr">
              <a:buNone/>
              <a:defRPr sz="1200" spc="0"/>
            </a:lvl1pPr>
          </a:lstStyle>
          <a:p>
            <a:r>
              <a:rPr lang="en-US"/>
              <a:t>Click icon to insert video</a:t>
            </a:r>
            <a:endParaRPr lang="en-US" dirty="0"/>
          </a:p>
        </p:txBody>
      </p:sp>
    </p:spTree>
    <p:extLst>
      <p:ext uri="{BB962C8B-B14F-4D97-AF65-F5344CB8AC3E}">
        <p14:creationId xmlns:p14="http://schemas.microsoft.com/office/powerpoint/2010/main" val="9556396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31066FB-C718-FF06-5282-6913BBA2B9C3}"/>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B295F2CB-C204-7967-EABE-6F4F8D1655EC}"/>
              </a:ext>
            </a:extLst>
          </p:cNvPr>
          <p:cNvSpPr>
            <a:spLocks noGrp="1"/>
          </p:cNvSpPr>
          <p:nvPr>
            <p:ph type="ftr" sz="quarter" idx="11"/>
          </p:nvPr>
        </p:nvSpPr>
        <p:spPr/>
        <p:txBody>
          <a:bodyPr/>
          <a:lstStyle/>
          <a:p>
            <a:r>
              <a:rPr lang="en-US"/>
              <a:t>Confidential / internal tag</a:t>
            </a:r>
            <a:endParaRPr lang="en-US" dirty="0"/>
          </a:p>
        </p:txBody>
      </p:sp>
      <p:sp>
        <p:nvSpPr>
          <p:cNvPr id="5" name="Slide Number Placeholder 4">
            <a:extLst>
              <a:ext uri="{FF2B5EF4-FFF2-40B4-BE49-F238E27FC236}">
                <a16:creationId xmlns:a16="http://schemas.microsoft.com/office/drawing/2014/main" id="{32D53412-1CC6-FE90-1B22-86A23E03D0E4}"/>
              </a:ext>
            </a:extLst>
          </p:cNvPr>
          <p:cNvSpPr>
            <a:spLocks noGrp="1"/>
          </p:cNvSpPr>
          <p:nvPr>
            <p:ph type="sldNum" sz="quarter" idx="12"/>
          </p:nvPr>
        </p:nvSpPr>
        <p:spPr/>
        <p:txBody>
          <a:bodyPr/>
          <a:lstStyle/>
          <a:p>
            <a:pPr algn="r"/>
            <a:fld id="{AE086683-F536-42AB-ABBC-F4803DFE8DBC}" type="slidenum">
              <a:rPr lang="en-US" smtClean="0"/>
              <a:pPr algn="r"/>
              <a:t>‹#›</a:t>
            </a:fld>
            <a:endParaRPr lang="en-US" dirty="0"/>
          </a:p>
        </p:txBody>
      </p:sp>
      <p:sp>
        <p:nvSpPr>
          <p:cNvPr id="2" name="Text Placeholder 2">
            <a:extLst>
              <a:ext uri="{FF2B5EF4-FFF2-40B4-BE49-F238E27FC236}">
                <a16:creationId xmlns:a16="http://schemas.microsoft.com/office/drawing/2014/main" id="{66B3C8A5-C92B-FF43-94B9-527C04B66835}"/>
              </a:ext>
            </a:extLst>
          </p:cNvPr>
          <p:cNvSpPr>
            <a:spLocks noGrp="1"/>
          </p:cNvSpPr>
          <p:nvPr>
            <p:ph type="body" sz="quarter" idx="20"/>
          </p:nvPr>
        </p:nvSpPr>
        <p:spPr>
          <a:xfrm>
            <a:off x="347946" y="1012825"/>
            <a:ext cx="3744629" cy="1263650"/>
          </a:xfrm>
        </p:spPr>
        <p:txBody>
          <a:bodyPr>
            <a:noAutofit/>
          </a:bodyPr>
          <a:lstStyle>
            <a:lvl1pPr marL="0" indent="0">
              <a:lnSpc>
                <a:spcPts val="2200"/>
              </a:lnSpc>
              <a:buNone/>
              <a:defRPr sz="1600">
                <a:solidFill>
                  <a:schemeClr val="tx1"/>
                </a:solidFill>
              </a:defRPr>
            </a:lvl1pPr>
            <a:lvl2pPr marL="176213" indent="0">
              <a:buNone/>
              <a:defRPr/>
            </a:lvl2pPr>
          </a:lstStyle>
          <a:p>
            <a:pPr lvl="0"/>
            <a:r>
              <a:rPr lang="en-US"/>
              <a:t>Click to edit Master text styles</a:t>
            </a:r>
            <a:endParaRPr lang="en-US" dirty="0"/>
          </a:p>
        </p:txBody>
      </p:sp>
      <p:sp>
        <p:nvSpPr>
          <p:cNvPr id="7" name="Title 6">
            <a:extLst>
              <a:ext uri="{FF2B5EF4-FFF2-40B4-BE49-F238E27FC236}">
                <a16:creationId xmlns:a16="http://schemas.microsoft.com/office/drawing/2014/main" id="{9D01DE23-F810-3254-F54A-33BF5ABBD9E1}"/>
              </a:ext>
            </a:extLst>
          </p:cNvPr>
          <p:cNvSpPr>
            <a:spLocks noGrp="1"/>
          </p:cNvSpPr>
          <p:nvPr>
            <p:ph type="title"/>
          </p:nvPr>
        </p:nvSpPr>
        <p:spPr/>
        <p:txBody>
          <a:bodyPr/>
          <a:lstStyle/>
          <a:p>
            <a:r>
              <a:rPr lang="en-US"/>
              <a:t>Click to edit Master title style</a:t>
            </a:r>
          </a:p>
        </p:txBody>
      </p:sp>
      <p:sp>
        <p:nvSpPr>
          <p:cNvPr id="6" name="Text Placeholder 2">
            <a:extLst>
              <a:ext uri="{FF2B5EF4-FFF2-40B4-BE49-F238E27FC236}">
                <a16:creationId xmlns:a16="http://schemas.microsoft.com/office/drawing/2014/main" id="{F8BDA976-C2B9-259B-FAD7-9A74DB5DFD1B}"/>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16661764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F8D099E-681E-91EE-39F4-F3A095085AD0}"/>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C58CC36B-6E4A-61AC-89EF-22727F7917DB}"/>
              </a:ext>
            </a:extLst>
          </p:cNvPr>
          <p:cNvSpPr>
            <a:spLocks noGrp="1"/>
          </p:cNvSpPr>
          <p:nvPr>
            <p:ph type="ftr" sz="quarter" idx="11"/>
          </p:nvPr>
        </p:nvSpPr>
        <p:spPr/>
        <p:txBody>
          <a:bodyPr/>
          <a:lstStyle/>
          <a:p>
            <a:r>
              <a:rPr lang="en-US"/>
              <a:t>Confidential / internal tag</a:t>
            </a:r>
            <a:endParaRPr lang="en-US" dirty="0"/>
          </a:p>
        </p:txBody>
      </p:sp>
      <p:sp>
        <p:nvSpPr>
          <p:cNvPr id="7" name="Slide Number Placeholder 6">
            <a:extLst>
              <a:ext uri="{FF2B5EF4-FFF2-40B4-BE49-F238E27FC236}">
                <a16:creationId xmlns:a16="http://schemas.microsoft.com/office/drawing/2014/main" id="{1F43E7EA-9631-1A51-7A86-A115C1B88BD5}"/>
              </a:ext>
            </a:extLst>
          </p:cNvPr>
          <p:cNvSpPr>
            <a:spLocks noGrp="1"/>
          </p:cNvSpPr>
          <p:nvPr>
            <p:ph type="sldNum" sz="quarter" idx="12"/>
          </p:nvPr>
        </p:nvSpPr>
        <p:spPr/>
        <p:txBody>
          <a:bodyPr/>
          <a:lstStyle/>
          <a:p>
            <a:pPr algn="r"/>
            <a:fld id="{AE086683-F536-42AB-ABBC-F4803DFE8DBC}" type="slidenum">
              <a:rPr lang="en-US" smtClean="0"/>
              <a:pPr algn="r"/>
              <a:t>‹#›</a:t>
            </a:fld>
            <a:endParaRPr lang="en-US" dirty="0"/>
          </a:p>
        </p:txBody>
      </p:sp>
      <p:sp>
        <p:nvSpPr>
          <p:cNvPr id="2" name="Text Placeholder 2">
            <a:extLst>
              <a:ext uri="{FF2B5EF4-FFF2-40B4-BE49-F238E27FC236}">
                <a16:creationId xmlns:a16="http://schemas.microsoft.com/office/drawing/2014/main" id="{036841D6-8544-ADE0-736C-D1D8C1212E80}"/>
              </a:ext>
            </a:extLst>
          </p:cNvPr>
          <p:cNvSpPr>
            <a:spLocks noGrp="1"/>
          </p:cNvSpPr>
          <p:nvPr>
            <p:ph type="body" sz="quarter" idx="24" hasCustomPrompt="1"/>
          </p:nvPr>
        </p:nvSpPr>
        <p:spPr>
          <a:xfrm>
            <a:off x="5200650" y="6436026"/>
            <a:ext cx="5676900" cy="175699"/>
          </a:xfrm>
        </p:spPr>
        <p:txBody>
          <a:bodyPr wrap="square" bIns="21600" anchor="b">
            <a:spAutoFit/>
          </a:bodyPr>
          <a:lstStyle>
            <a:lvl1pPr marL="0" indent="0">
              <a:lnSpc>
                <a:spcPct val="100000"/>
              </a:lnSpc>
              <a:spcBef>
                <a:spcPts val="0"/>
              </a:spcBef>
              <a:buNone/>
              <a:defRPr sz="1000">
                <a:solidFill>
                  <a:srgbClr val="505055"/>
                </a:solidFill>
              </a:defRPr>
            </a:lvl1pPr>
          </a:lstStyle>
          <a:p>
            <a:pPr lvl="0"/>
            <a:r>
              <a:rPr lang="en-US" dirty="0"/>
              <a:t>Footnote</a:t>
            </a:r>
          </a:p>
        </p:txBody>
      </p:sp>
    </p:spTree>
    <p:extLst>
      <p:ext uri="{BB962C8B-B14F-4D97-AF65-F5344CB8AC3E}">
        <p14:creationId xmlns:p14="http://schemas.microsoft.com/office/powerpoint/2010/main" val="19428609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Outro">
    <p:bg>
      <p:bgPr>
        <a:solidFill>
          <a:srgbClr val="0028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E950E-8F12-C4CD-E6B4-1837E4EFF960}"/>
              </a:ext>
            </a:extLst>
          </p:cNvPr>
          <p:cNvSpPr>
            <a:spLocks noGrp="1"/>
          </p:cNvSpPr>
          <p:nvPr>
            <p:ph type="title"/>
          </p:nvPr>
        </p:nvSpPr>
        <p:spPr>
          <a:xfrm>
            <a:off x="345267" y="1700213"/>
            <a:ext cx="5687233" cy="1874837"/>
          </a:xfrm>
        </p:spPr>
        <p:txBody>
          <a:bodyPr>
            <a:noAutofit/>
          </a:bodyPr>
          <a:lstStyle>
            <a:lvl1pPr>
              <a:lnSpc>
                <a:spcPts val="6000"/>
              </a:lnSpc>
              <a:defRPr sz="4800" spc="-40" baseline="0">
                <a:solidFill>
                  <a:schemeClr val="bg1"/>
                </a:solidFill>
              </a:defRPr>
            </a:lvl1pPr>
          </a:lstStyle>
          <a:p>
            <a:r>
              <a:rPr lang="en-US"/>
              <a:t>Click to edit Master title style</a:t>
            </a:r>
            <a:endParaRPr lang="en-US" dirty="0"/>
          </a:p>
        </p:txBody>
      </p:sp>
      <p:grpSp>
        <p:nvGrpSpPr>
          <p:cNvPr id="7" name="Graphic 27">
            <a:extLst>
              <a:ext uri="{FF2B5EF4-FFF2-40B4-BE49-F238E27FC236}">
                <a16:creationId xmlns:a16="http://schemas.microsoft.com/office/drawing/2014/main" id="{B09873C8-579A-B15F-ACC3-3EFAA53C47D7}"/>
              </a:ext>
            </a:extLst>
          </p:cNvPr>
          <p:cNvGrpSpPr/>
          <p:nvPr/>
        </p:nvGrpSpPr>
        <p:grpSpPr>
          <a:xfrm>
            <a:off x="347176" y="340519"/>
            <a:ext cx="2059201" cy="511643"/>
            <a:chOff x="345229" y="342966"/>
            <a:chExt cx="2183552" cy="543683"/>
          </a:xfrm>
          <a:solidFill>
            <a:schemeClr val="bg1"/>
          </a:solidFill>
        </p:grpSpPr>
        <p:sp>
          <p:nvSpPr>
            <p:cNvPr id="8" name="Freeform: Shape 7">
              <a:extLst>
                <a:ext uri="{FF2B5EF4-FFF2-40B4-BE49-F238E27FC236}">
                  <a16:creationId xmlns:a16="http://schemas.microsoft.com/office/drawing/2014/main" id="{19F2A93E-116C-45AC-C62B-0130AB422FC5}"/>
                </a:ext>
              </a:extLst>
            </p:cNvPr>
            <p:cNvSpPr/>
            <p:nvPr/>
          </p:nvSpPr>
          <p:spPr>
            <a:xfrm>
              <a:off x="857264" y="531417"/>
              <a:ext cx="142031" cy="187586"/>
            </a:xfrm>
            <a:custGeom>
              <a:avLst/>
              <a:gdLst>
                <a:gd name="connsiteX0" fmla="*/ 0 w 142031"/>
                <a:gd name="connsiteY0" fmla="*/ 5 h 187586"/>
                <a:gd name="connsiteX1" fmla="*/ 75572 w 142031"/>
                <a:gd name="connsiteY1" fmla="*/ 5 h 187586"/>
                <a:gd name="connsiteX2" fmla="*/ 132115 w 142031"/>
                <a:gd name="connsiteY2" fmla="*/ 47436 h 187586"/>
                <a:gd name="connsiteX3" fmla="*/ 105317 w 142031"/>
                <a:gd name="connsiteY3" fmla="*/ 87631 h 187586"/>
                <a:gd name="connsiteX4" fmla="*/ 142032 w 142031"/>
                <a:gd name="connsiteY4" fmla="*/ 133990 h 187586"/>
                <a:gd name="connsiteX5" fmla="*/ 81199 w 142031"/>
                <a:gd name="connsiteY5" fmla="*/ 187587 h 187586"/>
                <a:gd name="connsiteX6" fmla="*/ 0 w 142031"/>
                <a:gd name="connsiteY6" fmla="*/ 187587 h 187586"/>
                <a:gd name="connsiteX7" fmla="*/ 0 w 142031"/>
                <a:gd name="connsiteY7" fmla="*/ 0 h 187586"/>
                <a:gd name="connsiteX8" fmla="*/ 0 w 142031"/>
                <a:gd name="connsiteY8" fmla="*/ 5 h 187586"/>
                <a:gd name="connsiteX9" fmla="*/ 69679 w 142031"/>
                <a:gd name="connsiteY9" fmla="*/ 77719 h 187586"/>
                <a:gd name="connsiteX10" fmla="*/ 97547 w 142031"/>
                <a:gd name="connsiteY10" fmla="*/ 51992 h 187586"/>
                <a:gd name="connsiteX11" fmla="*/ 69412 w 142031"/>
                <a:gd name="connsiteY11" fmla="*/ 27070 h 187586"/>
                <a:gd name="connsiteX12" fmla="*/ 35111 w 142031"/>
                <a:gd name="connsiteY12" fmla="*/ 27070 h 187586"/>
                <a:gd name="connsiteX13" fmla="*/ 35111 w 142031"/>
                <a:gd name="connsiteY13" fmla="*/ 77719 h 187586"/>
                <a:gd name="connsiteX14" fmla="*/ 69679 w 142031"/>
                <a:gd name="connsiteY14" fmla="*/ 77719 h 187586"/>
                <a:gd name="connsiteX15" fmla="*/ 75572 w 142031"/>
                <a:gd name="connsiteY15" fmla="*/ 160527 h 187586"/>
                <a:gd name="connsiteX16" fmla="*/ 106660 w 142031"/>
                <a:gd name="connsiteY16" fmla="*/ 132120 h 187586"/>
                <a:gd name="connsiteX17" fmla="*/ 74235 w 142031"/>
                <a:gd name="connsiteY17" fmla="*/ 103446 h 187586"/>
                <a:gd name="connsiteX18" fmla="*/ 35106 w 142031"/>
                <a:gd name="connsiteY18" fmla="*/ 103446 h 187586"/>
                <a:gd name="connsiteX19" fmla="*/ 35106 w 142031"/>
                <a:gd name="connsiteY19" fmla="*/ 160527 h 187586"/>
                <a:gd name="connsiteX20" fmla="*/ 75572 w 142031"/>
                <a:gd name="connsiteY20" fmla="*/ 160527 h 187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2031" h="187586">
                  <a:moveTo>
                    <a:pt x="0" y="5"/>
                  </a:moveTo>
                  <a:lnTo>
                    <a:pt x="75572" y="5"/>
                  </a:lnTo>
                  <a:cubicBezTo>
                    <a:pt x="109873" y="5"/>
                    <a:pt x="132115" y="20106"/>
                    <a:pt x="132115" y="47436"/>
                  </a:cubicBezTo>
                  <a:cubicBezTo>
                    <a:pt x="132115" y="66731"/>
                    <a:pt x="121665" y="80666"/>
                    <a:pt x="105317" y="87631"/>
                  </a:cubicBezTo>
                  <a:cubicBezTo>
                    <a:pt x="126754" y="93796"/>
                    <a:pt x="142032" y="111215"/>
                    <a:pt x="142032" y="133990"/>
                  </a:cubicBezTo>
                  <a:cubicBezTo>
                    <a:pt x="142032" y="165345"/>
                    <a:pt x="119790" y="187587"/>
                    <a:pt x="81199" y="187587"/>
                  </a:cubicBezTo>
                  <a:lnTo>
                    <a:pt x="0" y="187587"/>
                  </a:lnTo>
                  <a:lnTo>
                    <a:pt x="0" y="0"/>
                  </a:lnTo>
                  <a:lnTo>
                    <a:pt x="0" y="5"/>
                  </a:lnTo>
                  <a:close/>
                  <a:moveTo>
                    <a:pt x="69679" y="77719"/>
                  </a:moveTo>
                  <a:cubicBezTo>
                    <a:pt x="85755" y="77719"/>
                    <a:pt x="97547" y="69146"/>
                    <a:pt x="97547" y="51992"/>
                  </a:cubicBezTo>
                  <a:cubicBezTo>
                    <a:pt x="97547" y="34839"/>
                    <a:pt x="84951" y="27070"/>
                    <a:pt x="69412" y="27070"/>
                  </a:cubicBezTo>
                  <a:lnTo>
                    <a:pt x="35111" y="27070"/>
                  </a:lnTo>
                  <a:lnTo>
                    <a:pt x="35111" y="77719"/>
                  </a:lnTo>
                  <a:lnTo>
                    <a:pt x="69679" y="77719"/>
                  </a:lnTo>
                  <a:close/>
                  <a:moveTo>
                    <a:pt x="75572" y="160527"/>
                  </a:moveTo>
                  <a:cubicBezTo>
                    <a:pt x="92453" y="160527"/>
                    <a:pt x="106660" y="151954"/>
                    <a:pt x="106660" y="132120"/>
                  </a:cubicBezTo>
                  <a:cubicBezTo>
                    <a:pt x="106660" y="112287"/>
                    <a:pt x="92459" y="103446"/>
                    <a:pt x="74235" y="103446"/>
                  </a:cubicBezTo>
                  <a:lnTo>
                    <a:pt x="35106" y="103446"/>
                  </a:lnTo>
                  <a:lnTo>
                    <a:pt x="35106" y="160527"/>
                  </a:lnTo>
                  <a:lnTo>
                    <a:pt x="75572" y="160527"/>
                  </a:lnTo>
                  <a:close/>
                </a:path>
              </a:pathLst>
            </a:custGeom>
            <a:grpFill/>
            <a:ln w="6691"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993564C9-ABB5-90E7-6BE0-F5D7E3C15B20}"/>
                </a:ext>
              </a:extLst>
            </p:cNvPr>
            <p:cNvSpPr/>
            <p:nvPr/>
          </p:nvSpPr>
          <p:spPr>
            <a:xfrm>
              <a:off x="1009873" y="579660"/>
              <a:ext cx="135868" cy="143102"/>
            </a:xfrm>
            <a:custGeom>
              <a:avLst/>
              <a:gdLst>
                <a:gd name="connsiteX0" fmla="*/ 0 w 135868"/>
                <a:gd name="connsiteY0" fmla="*/ 71554 h 143102"/>
                <a:gd name="connsiteX1" fmla="*/ 60028 w 135868"/>
                <a:gd name="connsiteY1" fmla="*/ 0 h 143102"/>
                <a:gd name="connsiteX2" fmla="*/ 102905 w 135868"/>
                <a:gd name="connsiteY2" fmla="*/ 24117 h 143102"/>
                <a:gd name="connsiteX3" fmla="*/ 102905 w 135868"/>
                <a:gd name="connsiteY3" fmla="*/ 3751 h 143102"/>
                <a:gd name="connsiteX4" fmla="*/ 135868 w 135868"/>
                <a:gd name="connsiteY4" fmla="*/ 3751 h 143102"/>
                <a:gd name="connsiteX5" fmla="*/ 135868 w 135868"/>
                <a:gd name="connsiteY5" fmla="*/ 139351 h 143102"/>
                <a:gd name="connsiteX6" fmla="*/ 102905 w 135868"/>
                <a:gd name="connsiteY6" fmla="*/ 139351 h 143102"/>
                <a:gd name="connsiteX7" fmla="*/ 102905 w 135868"/>
                <a:gd name="connsiteY7" fmla="*/ 118985 h 143102"/>
                <a:gd name="connsiteX8" fmla="*/ 60028 w 135868"/>
                <a:gd name="connsiteY8" fmla="*/ 143103 h 143102"/>
                <a:gd name="connsiteX9" fmla="*/ 0 w 135868"/>
                <a:gd name="connsiteY9" fmla="*/ 71549 h 143102"/>
                <a:gd name="connsiteX10" fmla="*/ 0 w 135868"/>
                <a:gd name="connsiteY10" fmla="*/ 71554 h 143102"/>
                <a:gd name="connsiteX11" fmla="*/ 68069 w 135868"/>
                <a:gd name="connsiteY11" fmla="*/ 115505 h 143102"/>
                <a:gd name="connsiteX12" fmla="*/ 102368 w 135868"/>
                <a:gd name="connsiteY12" fmla="*/ 71554 h 143102"/>
                <a:gd name="connsiteX13" fmla="*/ 68069 w 135868"/>
                <a:gd name="connsiteY13" fmla="*/ 27602 h 143102"/>
                <a:gd name="connsiteX14" fmla="*/ 33770 w 135868"/>
                <a:gd name="connsiteY14" fmla="*/ 71554 h 143102"/>
                <a:gd name="connsiteX15" fmla="*/ 68069 w 135868"/>
                <a:gd name="connsiteY15" fmla="*/ 115505 h 14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5868" h="143102">
                  <a:moveTo>
                    <a:pt x="0" y="71554"/>
                  </a:moveTo>
                  <a:cubicBezTo>
                    <a:pt x="0" y="30017"/>
                    <a:pt x="22239" y="0"/>
                    <a:pt x="60028" y="0"/>
                  </a:cubicBezTo>
                  <a:cubicBezTo>
                    <a:pt x="79325" y="0"/>
                    <a:pt x="93790" y="8845"/>
                    <a:pt x="102905" y="24117"/>
                  </a:cubicBezTo>
                  <a:lnTo>
                    <a:pt x="102905" y="3751"/>
                  </a:lnTo>
                  <a:lnTo>
                    <a:pt x="135868" y="3751"/>
                  </a:lnTo>
                  <a:lnTo>
                    <a:pt x="135868" y="139351"/>
                  </a:lnTo>
                  <a:lnTo>
                    <a:pt x="102905" y="139351"/>
                  </a:lnTo>
                  <a:lnTo>
                    <a:pt x="102905" y="118985"/>
                  </a:lnTo>
                  <a:cubicBezTo>
                    <a:pt x="93790" y="133990"/>
                    <a:pt x="79318" y="143103"/>
                    <a:pt x="60028" y="143103"/>
                  </a:cubicBezTo>
                  <a:cubicBezTo>
                    <a:pt x="22239" y="143103"/>
                    <a:pt x="0" y="113086"/>
                    <a:pt x="0" y="71549"/>
                  </a:cubicBezTo>
                  <a:lnTo>
                    <a:pt x="0" y="71554"/>
                  </a:lnTo>
                  <a:close/>
                  <a:moveTo>
                    <a:pt x="68069" y="115505"/>
                  </a:moveTo>
                  <a:cubicBezTo>
                    <a:pt x="90313" y="115505"/>
                    <a:pt x="102368" y="97553"/>
                    <a:pt x="102368" y="71554"/>
                  </a:cubicBezTo>
                  <a:cubicBezTo>
                    <a:pt x="102368" y="45555"/>
                    <a:pt x="90313" y="27602"/>
                    <a:pt x="68069" y="27602"/>
                  </a:cubicBezTo>
                  <a:cubicBezTo>
                    <a:pt x="45825" y="27602"/>
                    <a:pt x="33770" y="45555"/>
                    <a:pt x="33770" y="71554"/>
                  </a:cubicBezTo>
                  <a:cubicBezTo>
                    <a:pt x="33770" y="97553"/>
                    <a:pt x="46093" y="115505"/>
                    <a:pt x="68069" y="115505"/>
                  </a:cubicBezTo>
                  <a:close/>
                </a:path>
              </a:pathLst>
            </a:custGeom>
            <a:grpFill/>
            <a:ln w="6691"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0C61BDBB-30A5-FD2E-FC25-5C485D01F047}"/>
                </a:ext>
              </a:extLst>
            </p:cNvPr>
            <p:cNvSpPr/>
            <p:nvPr/>
          </p:nvSpPr>
          <p:spPr>
            <a:xfrm>
              <a:off x="1169824" y="579922"/>
              <a:ext cx="123274" cy="139085"/>
            </a:xfrm>
            <a:custGeom>
              <a:avLst/>
              <a:gdLst>
                <a:gd name="connsiteX0" fmla="*/ 7 w 123274"/>
                <a:gd name="connsiteY0" fmla="*/ 3485 h 139085"/>
                <a:gd name="connsiteX1" fmla="*/ 32970 w 123274"/>
                <a:gd name="connsiteY1" fmla="*/ 3485 h 139085"/>
                <a:gd name="connsiteX2" fmla="*/ 32970 w 123274"/>
                <a:gd name="connsiteY2" fmla="*/ 24923 h 139085"/>
                <a:gd name="connsiteX3" fmla="*/ 74773 w 123274"/>
                <a:gd name="connsiteY3" fmla="*/ 0 h 139085"/>
                <a:gd name="connsiteX4" fmla="*/ 123275 w 123274"/>
                <a:gd name="connsiteY4" fmla="*/ 52259 h 139085"/>
                <a:gd name="connsiteX5" fmla="*/ 123275 w 123274"/>
                <a:gd name="connsiteY5" fmla="*/ 139086 h 139085"/>
                <a:gd name="connsiteX6" fmla="*/ 89506 w 123274"/>
                <a:gd name="connsiteY6" fmla="*/ 139086 h 139085"/>
                <a:gd name="connsiteX7" fmla="*/ 89506 w 123274"/>
                <a:gd name="connsiteY7" fmla="*/ 58153 h 139085"/>
                <a:gd name="connsiteX8" fmla="*/ 63779 w 123274"/>
                <a:gd name="connsiteY8" fmla="*/ 27603 h 139085"/>
                <a:gd name="connsiteX9" fmla="*/ 33762 w 123274"/>
                <a:gd name="connsiteY9" fmla="*/ 66727 h 139085"/>
                <a:gd name="connsiteX10" fmla="*/ 33762 w 123274"/>
                <a:gd name="connsiteY10" fmla="*/ 139086 h 139085"/>
                <a:gd name="connsiteX11" fmla="*/ 0 w 123274"/>
                <a:gd name="connsiteY11" fmla="*/ 139086 h 139085"/>
                <a:gd name="connsiteX12" fmla="*/ 0 w 123274"/>
                <a:gd name="connsiteY12" fmla="*/ 3485 h 139085"/>
                <a:gd name="connsiteX13" fmla="*/ 7 w 123274"/>
                <a:gd name="connsiteY13" fmla="*/ 3485 h 13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274" h="139085">
                  <a:moveTo>
                    <a:pt x="7" y="3485"/>
                  </a:moveTo>
                  <a:lnTo>
                    <a:pt x="32970" y="3485"/>
                  </a:lnTo>
                  <a:lnTo>
                    <a:pt x="32970" y="24923"/>
                  </a:lnTo>
                  <a:cubicBezTo>
                    <a:pt x="40736" y="8846"/>
                    <a:pt x="57355" y="0"/>
                    <a:pt x="74773" y="0"/>
                  </a:cubicBezTo>
                  <a:cubicBezTo>
                    <a:pt x="106662" y="0"/>
                    <a:pt x="123275" y="19295"/>
                    <a:pt x="123275" y="52259"/>
                  </a:cubicBezTo>
                  <a:lnTo>
                    <a:pt x="123275" y="139086"/>
                  </a:lnTo>
                  <a:lnTo>
                    <a:pt x="89506" y="139086"/>
                  </a:lnTo>
                  <a:lnTo>
                    <a:pt x="89506" y="58153"/>
                  </a:lnTo>
                  <a:cubicBezTo>
                    <a:pt x="89506" y="38857"/>
                    <a:pt x="81465" y="27603"/>
                    <a:pt x="63779" y="27603"/>
                  </a:cubicBezTo>
                  <a:cubicBezTo>
                    <a:pt x="44750" y="27603"/>
                    <a:pt x="33762" y="42076"/>
                    <a:pt x="33762" y="66727"/>
                  </a:cubicBezTo>
                  <a:lnTo>
                    <a:pt x="33762" y="139086"/>
                  </a:lnTo>
                  <a:lnTo>
                    <a:pt x="0" y="139086"/>
                  </a:lnTo>
                  <a:lnTo>
                    <a:pt x="0" y="3485"/>
                  </a:lnTo>
                  <a:lnTo>
                    <a:pt x="7" y="3485"/>
                  </a:lnTo>
                  <a:close/>
                </a:path>
              </a:pathLst>
            </a:custGeom>
            <a:grpFill/>
            <a:ln w="6691"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EB03E351-3E26-37F4-F921-68E9CC5296B5}"/>
                </a:ext>
              </a:extLst>
            </p:cNvPr>
            <p:cNvSpPr/>
            <p:nvPr/>
          </p:nvSpPr>
          <p:spPr>
            <a:xfrm>
              <a:off x="1309168" y="579660"/>
              <a:ext cx="132114" cy="191343"/>
            </a:xfrm>
            <a:custGeom>
              <a:avLst/>
              <a:gdLst>
                <a:gd name="connsiteX0" fmla="*/ 2678 w 132114"/>
                <a:gd name="connsiteY0" fmla="*/ 147931 h 191343"/>
                <a:gd name="connsiteX1" fmla="*/ 36977 w 132114"/>
                <a:gd name="connsiteY1" fmla="*/ 147931 h 191343"/>
                <a:gd name="connsiteX2" fmla="*/ 66457 w 132114"/>
                <a:gd name="connsiteY2" fmla="*/ 165350 h 191343"/>
                <a:gd name="connsiteX3" fmla="*/ 98346 w 132114"/>
                <a:gd name="connsiteY3" fmla="*/ 130244 h 191343"/>
                <a:gd name="connsiteX4" fmla="*/ 98346 w 132114"/>
                <a:gd name="connsiteY4" fmla="*/ 114967 h 191343"/>
                <a:gd name="connsiteX5" fmla="*/ 58953 w 132114"/>
                <a:gd name="connsiteY5" fmla="*/ 133724 h 191343"/>
                <a:gd name="connsiteX6" fmla="*/ 0 w 132114"/>
                <a:gd name="connsiteY6" fmla="*/ 66998 h 191343"/>
                <a:gd name="connsiteX7" fmla="*/ 58953 w 132114"/>
                <a:gd name="connsiteY7" fmla="*/ 0 h 191343"/>
                <a:gd name="connsiteX8" fmla="*/ 99420 w 132114"/>
                <a:gd name="connsiteY8" fmla="*/ 21171 h 191343"/>
                <a:gd name="connsiteX9" fmla="*/ 99420 w 132114"/>
                <a:gd name="connsiteY9" fmla="*/ 3751 h 191343"/>
                <a:gd name="connsiteX10" fmla="*/ 132115 w 132114"/>
                <a:gd name="connsiteY10" fmla="*/ 3751 h 191343"/>
                <a:gd name="connsiteX11" fmla="*/ 132115 w 132114"/>
                <a:gd name="connsiteY11" fmla="*/ 129972 h 191343"/>
                <a:gd name="connsiteX12" fmla="*/ 65920 w 132114"/>
                <a:gd name="connsiteY12" fmla="*/ 191344 h 191343"/>
                <a:gd name="connsiteX13" fmla="*/ 2671 w 132114"/>
                <a:gd name="connsiteY13" fmla="*/ 147931 h 191343"/>
                <a:gd name="connsiteX14" fmla="*/ 2678 w 132114"/>
                <a:gd name="connsiteY14" fmla="*/ 147931 h 191343"/>
                <a:gd name="connsiteX15" fmla="*/ 66732 w 132114"/>
                <a:gd name="connsiteY15" fmla="*/ 106393 h 191343"/>
                <a:gd name="connsiteX16" fmla="*/ 99957 w 132114"/>
                <a:gd name="connsiteY16" fmla="*/ 66998 h 191343"/>
                <a:gd name="connsiteX17" fmla="*/ 66732 w 132114"/>
                <a:gd name="connsiteY17" fmla="*/ 27602 h 191343"/>
                <a:gd name="connsiteX18" fmla="*/ 33769 w 132114"/>
                <a:gd name="connsiteY18" fmla="*/ 66998 h 191343"/>
                <a:gd name="connsiteX19" fmla="*/ 66732 w 132114"/>
                <a:gd name="connsiteY19" fmla="*/ 106393 h 19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2114" h="191343">
                  <a:moveTo>
                    <a:pt x="2678" y="147931"/>
                  </a:moveTo>
                  <a:lnTo>
                    <a:pt x="36977" y="147931"/>
                  </a:lnTo>
                  <a:cubicBezTo>
                    <a:pt x="40199" y="158380"/>
                    <a:pt x="49844" y="165350"/>
                    <a:pt x="66457" y="165350"/>
                  </a:cubicBezTo>
                  <a:cubicBezTo>
                    <a:pt x="89238" y="165350"/>
                    <a:pt x="98346" y="151149"/>
                    <a:pt x="98346" y="130244"/>
                  </a:cubicBezTo>
                  <a:lnTo>
                    <a:pt x="98346" y="114967"/>
                  </a:lnTo>
                  <a:cubicBezTo>
                    <a:pt x="89506" y="126759"/>
                    <a:pt x="76109" y="133724"/>
                    <a:pt x="58953" y="133724"/>
                  </a:cubicBezTo>
                  <a:cubicBezTo>
                    <a:pt x="21975" y="133724"/>
                    <a:pt x="0" y="105855"/>
                    <a:pt x="0" y="66998"/>
                  </a:cubicBezTo>
                  <a:cubicBezTo>
                    <a:pt x="0" y="28141"/>
                    <a:pt x="21975" y="0"/>
                    <a:pt x="58953" y="0"/>
                  </a:cubicBezTo>
                  <a:cubicBezTo>
                    <a:pt x="76914" y="0"/>
                    <a:pt x="90573" y="8041"/>
                    <a:pt x="99420" y="21171"/>
                  </a:cubicBezTo>
                  <a:lnTo>
                    <a:pt x="99420" y="3751"/>
                  </a:lnTo>
                  <a:lnTo>
                    <a:pt x="132115" y="3751"/>
                  </a:lnTo>
                  <a:lnTo>
                    <a:pt x="132115" y="129972"/>
                  </a:lnTo>
                  <a:cubicBezTo>
                    <a:pt x="132115" y="169096"/>
                    <a:pt x="106119" y="191344"/>
                    <a:pt x="65920" y="191344"/>
                  </a:cubicBezTo>
                  <a:cubicBezTo>
                    <a:pt x="30010" y="191344"/>
                    <a:pt x="6699" y="174463"/>
                    <a:pt x="2671" y="147931"/>
                  </a:cubicBezTo>
                  <a:lnTo>
                    <a:pt x="2678" y="147931"/>
                  </a:lnTo>
                  <a:close/>
                  <a:moveTo>
                    <a:pt x="66732" y="106393"/>
                  </a:moveTo>
                  <a:cubicBezTo>
                    <a:pt x="87902" y="106393"/>
                    <a:pt x="99957" y="90316"/>
                    <a:pt x="99957" y="66998"/>
                  </a:cubicBezTo>
                  <a:cubicBezTo>
                    <a:pt x="99957" y="43679"/>
                    <a:pt x="87902" y="27602"/>
                    <a:pt x="66732" y="27602"/>
                  </a:cubicBezTo>
                  <a:cubicBezTo>
                    <a:pt x="45555" y="27602"/>
                    <a:pt x="33769" y="43679"/>
                    <a:pt x="33769" y="66998"/>
                  </a:cubicBezTo>
                  <a:cubicBezTo>
                    <a:pt x="33769" y="90316"/>
                    <a:pt x="45824" y="106393"/>
                    <a:pt x="66732" y="106393"/>
                  </a:cubicBezTo>
                  <a:close/>
                </a:path>
              </a:pathLst>
            </a:custGeom>
            <a:grpFill/>
            <a:ln w="6691"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880A13F1-B737-0753-A4AA-677282AAD81E}"/>
                </a:ext>
              </a:extLst>
            </p:cNvPr>
            <p:cNvSpPr/>
            <p:nvPr/>
          </p:nvSpPr>
          <p:spPr>
            <a:xfrm>
              <a:off x="1465487" y="531430"/>
              <a:ext cx="129973" cy="187592"/>
            </a:xfrm>
            <a:custGeom>
              <a:avLst/>
              <a:gdLst>
                <a:gd name="connsiteX0" fmla="*/ 33762 w 129973"/>
                <a:gd name="connsiteY0" fmla="*/ 121660 h 187592"/>
                <a:gd name="connsiteX1" fmla="*/ 33762 w 129973"/>
                <a:gd name="connsiteY1" fmla="*/ 187587 h 187592"/>
                <a:gd name="connsiteX2" fmla="*/ 0 w 129973"/>
                <a:gd name="connsiteY2" fmla="*/ 187587 h 187592"/>
                <a:gd name="connsiteX3" fmla="*/ 0 w 129973"/>
                <a:gd name="connsiteY3" fmla="*/ 0 h 187592"/>
                <a:gd name="connsiteX4" fmla="*/ 33762 w 129973"/>
                <a:gd name="connsiteY4" fmla="*/ 0 h 187592"/>
                <a:gd name="connsiteX5" fmla="*/ 33762 w 129973"/>
                <a:gd name="connsiteY5" fmla="*/ 107731 h 187592"/>
                <a:gd name="connsiteX6" fmla="*/ 82270 w 129973"/>
                <a:gd name="connsiteY6" fmla="*/ 51987 h 187592"/>
                <a:gd name="connsiteX7" fmla="*/ 122731 w 129973"/>
                <a:gd name="connsiteY7" fmla="*/ 51987 h 187592"/>
                <a:gd name="connsiteX8" fmla="*/ 67531 w 129973"/>
                <a:gd name="connsiteY8" fmla="*/ 113358 h 187592"/>
                <a:gd name="connsiteX9" fmla="*/ 129974 w 129973"/>
                <a:gd name="connsiteY9" fmla="*/ 187593 h 187592"/>
                <a:gd name="connsiteX10" fmla="*/ 88432 w 129973"/>
                <a:gd name="connsiteY10" fmla="*/ 187593 h 187592"/>
                <a:gd name="connsiteX11" fmla="*/ 33769 w 129973"/>
                <a:gd name="connsiteY11" fmla="*/ 121666 h 187592"/>
                <a:gd name="connsiteX12" fmla="*/ 33762 w 129973"/>
                <a:gd name="connsiteY12" fmla="*/ 121660 h 187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973" h="187592">
                  <a:moveTo>
                    <a:pt x="33762" y="121660"/>
                  </a:moveTo>
                  <a:lnTo>
                    <a:pt x="33762" y="187587"/>
                  </a:lnTo>
                  <a:lnTo>
                    <a:pt x="0" y="187587"/>
                  </a:lnTo>
                  <a:lnTo>
                    <a:pt x="0" y="0"/>
                  </a:lnTo>
                  <a:lnTo>
                    <a:pt x="33762" y="0"/>
                  </a:lnTo>
                  <a:lnTo>
                    <a:pt x="33762" y="107731"/>
                  </a:lnTo>
                  <a:lnTo>
                    <a:pt x="82270" y="51987"/>
                  </a:lnTo>
                  <a:lnTo>
                    <a:pt x="122731" y="51987"/>
                  </a:lnTo>
                  <a:lnTo>
                    <a:pt x="67531" y="113358"/>
                  </a:lnTo>
                  <a:lnTo>
                    <a:pt x="129974" y="187593"/>
                  </a:lnTo>
                  <a:lnTo>
                    <a:pt x="88432" y="187593"/>
                  </a:lnTo>
                  <a:lnTo>
                    <a:pt x="33769" y="121666"/>
                  </a:lnTo>
                  <a:lnTo>
                    <a:pt x="33762" y="121660"/>
                  </a:lnTo>
                  <a:close/>
                </a:path>
              </a:pathLst>
            </a:custGeom>
            <a:grpFill/>
            <a:ln w="6691"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E6CAE906-A8EB-64FA-F645-A3BAFAA08EF0}"/>
                </a:ext>
              </a:extLst>
            </p:cNvPr>
            <p:cNvSpPr/>
            <p:nvPr/>
          </p:nvSpPr>
          <p:spPr>
            <a:xfrm>
              <a:off x="1586654" y="579391"/>
              <a:ext cx="137209" cy="143641"/>
            </a:xfrm>
            <a:custGeom>
              <a:avLst/>
              <a:gdLst>
                <a:gd name="connsiteX0" fmla="*/ 0 w 137209"/>
                <a:gd name="connsiteY0" fmla="*/ 71821 h 143641"/>
                <a:gd name="connsiteX1" fmla="*/ 68873 w 137209"/>
                <a:gd name="connsiteY1" fmla="*/ 0 h 143641"/>
                <a:gd name="connsiteX2" fmla="*/ 137209 w 137209"/>
                <a:gd name="connsiteY2" fmla="*/ 71821 h 143641"/>
                <a:gd name="connsiteX3" fmla="*/ 68873 w 137209"/>
                <a:gd name="connsiteY3" fmla="*/ 143641 h 143641"/>
                <a:gd name="connsiteX4" fmla="*/ 0 w 137209"/>
                <a:gd name="connsiteY4" fmla="*/ 71821 h 143641"/>
                <a:gd name="connsiteX5" fmla="*/ 68873 w 137209"/>
                <a:gd name="connsiteY5" fmla="*/ 116305 h 143641"/>
                <a:gd name="connsiteX6" fmla="*/ 103441 w 137209"/>
                <a:gd name="connsiteY6" fmla="*/ 71821 h 143641"/>
                <a:gd name="connsiteX7" fmla="*/ 68873 w 137209"/>
                <a:gd name="connsiteY7" fmla="*/ 27337 h 143641"/>
                <a:gd name="connsiteX8" fmla="*/ 33769 w 137209"/>
                <a:gd name="connsiteY8" fmla="*/ 71821 h 143641"/>
                <a:gd name="connsiteX9" fmla="*/ 68873 w 137209"/>
                <a:gd name="connsiteY9" fmla="*/ 116305 h 14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209" h="143641">
                  <a:moveTo>
                    <a:pt x="0" y="71821"/>
                  </a:moveTo>
                  <a:cubicBezTo>
                    <a:pt x="0" y="30283"/>
                    <a:pt x="25466" y="0"/>
                    <a:pt x="68873" y="0"/>
                  </a:cubicBezTo>
                  <a:cubicBezTo>
                    <a:pt x="112287" y="0"/>
                    <a:pt x="137209" y="30283"/>
                    <a:pt x="137209" y="71821"/>
                  </a:cubicBezTo>
                  <a:cubicBezTo>
                    <a:pt x="137209" y="113358"/>
                    <a:pt x="112025" y="143641"/>
                    <a:pt x="68873" y="143641"/>
                  </a:cubicBezTo>
                  <a:cubicBezTo>
                    <a:pt x="25728" y="143641"/>
                    <a:pt x="0" y="113358"/>
                    <a:pt x="0" y="71821"/>
                  </a:cubicBezTo>
                  <a:close/>
                  <a:moveTo>
                    <a:pt x="68873" y="116305"/>
                  </a:moveTo>
                  <a:cubicBezTo>
                    <a:pt x="91386" y="116305"/>
                    <a:pt x="103441" y="97814"/>
                    <a:pt x="103441" y="71821"/>
                  </a:cubicBezTo>
                  <a:cubicBezTo>
                    <a:pt x="103441" y="45827"/>
                    <a:pt x="91386" y="27337"/>
                    <a:pt x="68873" y="27337"/>
                  </a:cubicBezTo>
                  <a:cubicBezTo>
                    <a:pt x="46367" y="27337"/>
                    <a:pt x="33769" y="46094"/>
                    <a:pt x="33769" y="71821"/>
                  </a:cubicBezTo>
                  <a:cubicBezTo>
                    <a:pt x="33769" y="97548"/>
                    <a:pt x="46099" y="116305"/>
                    <a:pt x="68873" y="116305"/>
                  </a:cubicBezTo>
                  <a:close/>
                </a:path>
              </a:pathLst>
            </a:custGeom>
            <a:grpFill/>
            <a:ln w="6691"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813B32C6-EE18-5BFD-7655-3CAE8120B78C}"/>
                </a:ext>
              </a:extLst>
            </p:cNvPr>
            <p:cNvSpPr/>
            <p:nvPr/>
          </p:nvSpPr>
          <p:spPr>
            <a:xfrm>
              <a:off x="1740798" y="531430"/>
              <a:ext cx="129973" cy="187592"/>
            </a:xfrm>
            <a:custGeom>
              <a:avLst/>
              <a:gdLst>
                <a:gd name="connsiteX0" fmla="*/ 33769 w 129973"/>
                <a:gd name="connsiteY0" fmla="*/ 121660 h 187592"/>
                <a:gd name="connsiteX1" fmla="*/ 33769 w 129973"/>
                <a:gd name="connsiteY1" fmla="*/ 187587 h 187592"/>
                <a:gd name="connsiteX2" fmla="*/ 0 w 129973"/>
                <a:gd name="connsiteY2" fmla="*/ 187587 h 187592"/>
                <a:gd name="connsiteX3" fmla="*/ 0 w 129973"/>
                <a:gd name="connsiteY3" fmla="*/ 0 h 187592"/>
                <a:gd name="connsiteX4" fmla="*/ 33769 w 129973"/>
                <a:gd name="connsiteY4" fmla="*/ 0 h 187592"/>
                <a:gd name="connsiteX5" fmla="*/ 33769 w 129973"/>
                <a:gd name="connsiteY5" fmla="*/ 107731 h 187592"/>
                <a:gd name="connsiteX6" fmla="*/ 82270 w 129973"/>
                <a:gd name="connsiteY6" fmla="*/ 51987 h 187592"/>
                <a:gd name="connsiteX7" fmla="*/ 122738 w 129973"/>
                <a:gd name="connsiteY7" fmla="*/ 51987 h 187592"/>
                <a:gd name="connsiteX8" fmla="*/ 67531 w 129973"/>
                <a:gd name="connsiteY8" fmla="*/ 113358 h 187592"/>
                <a:gd name="connsiteX9" fmla="*/ 129974 w 129973"/>
                <a:gd name="connsiteY9" fmla="*/ 187593 h 187592"/>
                <a:gd name="connsiteX10" fmla="*/ 88439 w 129973"/>
                <a:gd name="connsiteY10" fmla="*/ 187593 h 187592"/>
                <a:gd name="connsiteX11" fmla="*/ 33769 w 129973"/>
                <a:gd name="connsiteY11" fmla="*/ 121666 h 187592"/>
                <a:gd name="connsiteX12" fmla="*/ 33769 w 129973"/>
                <a:gd name="connsiteY12" fmla="*/ 121660 h 187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973" h="187592">
                  <a:moveTo>
                    <a:pt x="33769" y="121660"/>
                  </a:moveTo>
                  <a:lnTo>
                    <a:pt x="33769" y="187587"/>
                  </a:lnTo>
                  <a:lnTo>
                    <a:pt x="0" y="187587"/>
                  </a:lnTo>
                  <a:lnTo>
                    <a:pt x="0" y="0"/>
                  </a:lnTo>
                  <a:lnTo>
                    <a:pt x="33769" y="0"/>
                  </a:lnTo>
                  <a:lnTo>
                    <a:pt x="33769" y="107731"/>
                  </a:lnTo>
                  <a:lnTo>
                    <a:pt x="82270" y="51987"/>
                  </a:lnTo>
                  <a:lnTo>
                    <a:pt x="122738" y="51987"/>
                  </a:lnTo>
                  <a:lnTo>
                    <a:pt x="67531" y="113358"/>
                  </a:lnTo>
                  <a:lnTo>
                    <a:pt x="129974" y="187593"/>
                  </a:lnTo>
                  <a:lnTo>
                    <a:pt x="88439" y="187593"/>
                  </a:lnTo>
                  <a:lnTo>
                    <a:pt x="33769" y="121666"/>
                  </a:lnTo>
                  <a:lnTo>
                    <a:pt x="33769" y="121660"/>
                  </a:lnTo>
                  <a:close/>
                </a:path>
              </a:pathLst>
            </a:custGeom>
            <a:grpFill/>
            <a:ln w="6691"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03DE1EA6-8854-3BAA-5815-B54E9218249B}"/>
                </a:ext>
              </a:extLst>
            </p:cNvPr>
            <p:cNvSpPr/>
            <p:nvPr/>
          </p:nvSpPr>
          <p:spPr>
            <a:xfrm>
              <a:off x="1939369" y="531417"/>
              <a:ext cx="142035" cy="187586"/>
            </a:xfrm>
            <a:custGeom>
              <a:avLst/>
              <a:gdLst>
                <a:gd name="connsiteX0" fmla="*/ 0 w 142035"/>
                <a:gd name="connsiteY0" fmla="*/ 5 h 187586"/>
                <a:gd name="connsiteX1" fmla="*/ 75572 w 142035"/>
                <a:gd name="connsiteY1" fmla="*/ 5 h 187586"/>
                <a:gd name="connsiteX2" fmla="*/ 132115 w 142035"/>
                <a:gd name="connsiteY2" fmla="*/ 47436 h 187586"/>
                <a:gd name="connsiteX3" fmla="*/ 105320 w 142035"/>
                <a:gd name="connsiteY3" fmla="*/ 87631 h 187586"/>
                <a:gd name="connsiteX4" fmla="*/ 142035 w 142035"/>
                <a:gd name="connsiteY4" fmla="*/ 133990 h 187586"/>
                <a:gd name="connsiteX5" fmla="*/ 81203 w 142035"/>
                <a:gd name="connsiteY5" fmla="*/ 187587 h 187586"/>
                <a:gd name="connsiteX6" fmla="*/ 0 w 142035"/>
                <a:gd name="connsiteY6" fmla="*/ 187587 h 187586"/>
                <a:gd name="connsiteX7" fmla="*/ 0 w 142035"/>
                <a:gd name="connsiteY7" fmla="*/ 0 h 187586"/>
                <a:gd name="connsiteX8" fmla="*/ 0 w 142035"/>
                <a:gd name="connsiteY8" fmla="*/ 5 h 187586"/>
                <a:gd name="connsiteX9" fmla="*/ 69679 w 142035"/>
                <a:gd name="connsiteY9" fmla="*/ 77719 h 187586"/>
                <a:gd name="connsiteX10" fmla="*/ 97547 w 142035"/>
                <a:gd name="connsiteY10" fmla="*/ 51992 h 187586"/>
                <a:gd name="connsiteX11" fmla="*/ 69410 w 142035"/>
                <a:gd name="connsiteY11" fmla="*/ 27070 h 187586"/>
                <a:gd name="connsiteX12" fmla="*/ 35104 w 142035"/>
                <a:gd name="connsiteY12" fmla="*/ 27070 h 187586"/>
                <a:gd name="connsiteX13" fmla="*/ 35104 w 142035"/>
                <a:gd name="connsiteY13" fmla="*/ 77719 h 187586"/>
                <a:gd name="connsiteX14" fmla="*/ 69679 w 142035"/>
                <a:gd name="connsiteY14" fmla="*/ 77719 h 187586"/>
                <a:gd name="connsiteX15" fmla="*/ 75578 w 142035"/>
                <a:gd name="connsiteY15" fmla="*/ 160527 h 187586"/>
                <a:gd name="connsiteX16" fmla="*/ 106669 w 142035"/>
                <a:gd name="connsiteY16" fmla="*/ 132120 h 187586"/>
                <a:gd name="connsiteX17" fmla="*/ 74243 w 142035"/>
                <a:gd name="connsiteY17" fmla="*/ 103446 h 187586"/>
                <a:gd name="connsiteX18" fmla="*/ 35111 w 142035"/>
                <a:gd name="connsiteY18" fmla="*/ 103446 h 187586"/>
                <a:gd name="connsiteX19" fmla="*/ 35111 w 142035"/>
                <a:gd name="connsiteY19" fmla="*/ 160527 h 187586"/>
                <a:gd name="connsiteX20" fmla="*/ 75578 w 142035"/>
                <a:gd name="connsiteY20" fmla="*/ 160527 h 187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2035" h="187586">
                  <a:moveTo>
                    <a:pt x="0" y="5"/>
                  </a:moveTo>
                  <a:lnTo>
                    <a:pt x="75572" y="5"/>
                  </a:lnTo>
                  <a:cubicBezTo>
                    <a:pt x="109877" y="5"/>
                    <a:pt x="132115" y="20106"/>
                    <a:pt x="132115" y="47436"/>
                  </a:cubicBezTo>
                  <a:cubicBezTo>
                    <a:pt x="132115" y="66731"/>
                    <a:pt x="121664" y="80666"/>
                    <a:pt x="105320" y="87631"/>
                  </a:cubicBezTo>
                  <a:cubicBezTo>
                    <a:pt x="126759" y="93796"/>
                    <a:pt x="142035" y="111215"/>
                    <a:pt x="142035" y="133990"/>
                  </a:cubicBezTo>
                  <a:cubicBezTo>
                    <a:pt x="142035" y="165345"/>
                    <a:pt x="119791" y="187587"/>
                    <a:pt x="81203" y="187587"/>
                  </a:cubicBezTo>
                  <a:lnTo>
                    <a:pt x="0" y="187587"/>
                  </a:lnTo>
                  <a:lnTo>
                    <a:pt x="0" y="0"/>
                  </a:lnTo>
                  <a:lnTo>
                    <a:pt x="0" y="5"/>
                  </a:lnTo>
                  <a:close/>
                  <a:moveTo>
                    <a:pt x="69679" y="77719"/>
                  </a:moveTo>
                  <a:cubicBezTo>
                    <a:pt x="85754" y="77719"/>
                    <a:pt x="97547" y="69146"/>
                    <a:pt x="97547" y="51992"/>
                  </a:cubicBezTo>
                  <a:cubicBezTo>
                    <a:pt x="97547" y="34839"/>
                    <a:pt x="84949" y="27070"/>
                    <a:pt x="69410" y="27070"/>
                  </a:cubicBezTo>
                  <a:lnTo>
                    <a:pt x="35104" y="27070"/>
                  </a:lnTo>
                  <a:lnTo>
                    <a:pt x="35104" y="77719"/>
                  </a:lnTo>
                  <a:lnTo>
                    <a:pt x="69679" y="77719"/>
                  </a:lnTo>
                  <a:close/>
                  <a:moveTo>
                    <a:pt x="75578" y="160527"/>
                  </a:moveTo>
                  <a:cubicBezTo>
                    <a:pt x="92459" y="160527"/>
                    <a:pt x="106669" y="151954"/>
                    <a:pt x="106669" y="132120"/>
                  </a:cubicBezTo>
                  <a:cubicBezTo>
                    <a:pt x="106669" y="112287"/>
                    <a:pt x="92466" y="103446"/>
                    <a:pt x="74243" y="103446"/>
                  </a:cubicBezTo>
                  <a:lnTo>
                    <a:pt x="35111" y="103446"/>
                  </a:lnTo>
                  <a:lnTo>
                    <a:pt x="35111" y="160527"/>
                  </a:lnTo>
                  <a:lnTo>
                    <a:pt x="75578" y="160527"/>
                  </a:lnTo>
                  <a:close/>
                </a:path>
              </a:pathLst>
            </a:custGeom>
            <a:grpFill/>
            <a:ln w="6691"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602581DC-9941-7C98-5DF2-13F62249F9AE}"/>
                </a:ext>
              </a:extLst>
            </p:cNvPr>
            <p:cNvSpPr/>
            <p:nvPr/>
          </p:nvSpPr>
          <p:spPr>
            <a:xfrm>
              <a:off x="2091983" y="579660"/>
              <a:ext cx="135866" cy="143102"/>
            </a:xfrm>
            <a:custGeom>
              <a:avLst/>
              <a:gdLst>
                <a:gd name="connsiteX0" fmla="*/ 0 w 135866"/>
                <a:gd name="connsiteY0" fmla="*/ 71554 h 143102"/>
                <a:gd name="connsiteX1" fmla="*/ 60026 w 135866"/>
                <a:gd name="connsiteY1" fmla="*/ 0 h 143102"/>
                <a:gd name="connsiteX2" fmla="*/ 102904 w 135866"/>
                <a:gd name="connsiteY2" fmla="*/ 24117 h 143102"/>
                <a:gd name="connsiteX3" fmla="*/ 102904 w 135866"/>
                <a:gd name="connsiteY3" fmla="*/ 3751 h 143102"/>
                <a:gd name="connsiteX4" fmla="*/ 135867 w 135866"/>
                <a:gd name="connsiteY4" fmla="*/ 3751 h 143102"/>
                <a:gd name="connsiteX5" fmla="*/ 135867 w 135866"/>
                <a:gd name="connsiteY5" fmla="*/ 139351 h 143102"/>
                <a:gd name="connsiteX6" fmla="*/ 102904 w 135866"/>
                <a:gd name="connsiteY6" fmla="*/ 139351 h 143102"/>
                <a:gd name="connsiteX7" fmla="*/ 102904 w 135866"/>
                <a:gd name="connsiteY7" fmla="*/ 118985 h 143102"/>
                <a:gd name="connsiteX8" fmla="*/ 60026 w 135866"/>
                <a:gd name="connsiteY8" fmla="*/ 143103 h 143102"/>
                <a:gd name="connsiteX9" fmla="*/ 0 w 135866"/>
                <a:gd name="connsiteY9" fmla="*/ 71549 h 143102"/>
                <a:gd name="connsiteX10" fmla="*/ 0 w 135866"/>
                <a:gd name="connsiteY10" fmla="*/ 71554 h 143102"/>
                <a:gd name="connsiteX11" fmla="*/ 68068 w 135866"/>
                <a:gd name="connsiteY11" fmla="*/ 115505 h 143102"/>
                <a:gd name="connsiteX12" fmla="*/ 102367 w 135866"/>
                <a:gd name="connsiteY12" fmla="*/ 71554 h 143102"/>
                <a:gd name="connsiteX13" fmla="*/ 68068 w 135866"/>
                <a:gd name="connsiteY13" fmla="*/ 27602 h 143102"/>
                <a:gd name="connsiteX14" fmla="*/ 33762 w 135866"/>
                <a:gd name="connsiteY14" fmla="*/ 71554 h 143102"/>
                <a:gd name="connsiteX15" fmla="*/ 68068 w 135866"/>
                <a:gd name="connsiteY15" fmla="*/ 115505 h 14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5866" h="143102">
                  <a:moveTo>
                    <a:pt x="0" y="71554"/>
                  </a:moveTo>
                  <a:cubicBezTo>
                    <a:pt x="0" y="30017"/>
                    <a:pt x="22237" y="0"/>
                    <a:pt x="60026" y="0"/>
                  </a:cubicBezTo>
                  <a:cubicBezTo>
                    <a:pt x="79317" y="0"/>
                    <a:pt x="93795" y="8845"/>
                    <a:pt x="102904" y="24117"/>
                  </a:cubicBezTo>
                  <a:lnTo>
                    <a:pt x="102904" y="3751"/>
                  </a:lnTo>
                  <a:lnTo>
                    <a:pt x="135867" y="3751"/>
                  </a:lnTo>
                  <a:lnTo>
                    <a:pt x="135867" y="139351"/>
                  </a:lnTo>
                  <a:lnTo>
                    <a:pt x="102904" y="139351"/>
                  </a:lnTo>
                  <a:lnTo>
                    <a:pt x="102904" y="118985"/>
                  </a:lnTo>
                  <a:cubicBezTo>
                    <a:pt x="93795" y="133990"/>
                    <a:pt x="79317" y="143103"/>
                    <a:pt x="60026" y="143103"/>
                  </a:cubicBezTo>
                  <a:cubicBezTo>
                    <a:pt x="22237" y="143103"/>
                    <a:pt x="0" y="113086"/>
                    <a:pt x="0" y="71549"/>
                  </a:cubicBezTo>
                  <a:lnTo>
                    <a:pt x="0" y="71554"/>
                  </a:lnTo>
                  <a:close/>
                  <a:moveTo>
                    <a:pt x="68068" y="115505"/>
                  </a:moveTo>
                  <a:cubicBezTo>
                    <a:pt x="90305" y="115505"/>
                    <a:pt x="102367" y="97553"/>
                    <a:pt x="102367" y="71554"/>
                  </a:cubicBezTo>
                  <a:cubicBezTo>
                    <a:pt x="102367" y="45555"/>
                    <a:pt x="90305" y="27602"/>
                    <a:pt x="68068" y="27602"/>
                  </a:cubicBezTo>
                  <a:cubicBezTo>
                    <a:pt x="45824" y="27602"/>
                    <a:pt x="33762" y="45555"/>
                    <a:pt x="33762" y="71554"/>
                  </a:cubicBezTo>
                  <a:cubicBezTo>
                    <a:pt x="33762" y="97553"/>
                    <a:pt x="46099" y="115505"/>
                    <a:pt x="68068" y="115505"/>
                  </a:cubicBezTo>
                  <a:close/>
                </a:path>
              </a:pathLst>
            </a:custGeom>
            <a:grpFill/>
            <a:ln w="6691"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70594529-011E-66B4-23CB-891A2AEF62C4}"/>
                </a:ext>
              </a:extLst>
            </p:cNvPr>
            <p:cNvSpPr/>
            <p:nvPr/>
          </p:nvSpPr>
          <p:spPr>
            <a:xfrm>
              <a:off x="2251933" y="579922"/>
              <a:ext cx="123274" cy="139085"/>
            </a:xfrm>
            <a:custGeom>
              <a:avLst/>
              <a:gdLst>
                <a:gd name="connsiteX0" fmla="*/ 0 w 123274"/>
                <a:gd name="connsiteY0" fmla="*/ 3485 h 139085"/>
                <a:gd name="connsiteX1" fmla="*/ 32963 w 123274"/>
                <a:gd name="connsiteY1" fmla="*/ 3485 h 139085"/>
                <a:gd name="connsiteX2" fmla="*/ 32963 w 123274"/>
                <a:gd name="connsiteY2" fmla="*/ 24923 h 139085"/>
                <a:gd name="connsiteX3" fmla="*/ 74766 w 123274"/>
                <a:gd name="connsiteY3" fmla="*/ 0 h 139085"/>
                <a:gd name="connsiteX4" fmla="*/ 123275 w 123274"/>
                <a:gd name="connsiteY4" fmla="*/ 52259 h 139085"/>
                <a:gd name="connsiteX5" fmla="*/ 123275 w 123274"/>
                <a:gd name="connsiteY5" fmla="*/ 139086 h 139085"/>
                <a:gd name="connsiteX6" fmla="*/ 89506 w 123274"/>
                <a:gd name="connsiteY6" fmla="*/ 139086 h 139085"/>
                <a:gd name="connsiteX7" fmla="*/ 89506 w 123274"/>
                <a:gd name="connsiteY7" fmla="*/ 58153 h 139085"/>
                <a:gd name="connsiteX8" fmla="*/ 63779 w 123274"/>
                <a:gd name="connsiteY8" fmla="*/ 27603 h 139085"/>
                <a:gd name="connsiteX9" fmla="*/ 33769 w 123274"/>
                <a:gd name="connsiteY9" fmla="*/ 66727 h 139085"/>
                <a:gd name="connsiteX10" fmla="*/ 33769 w 123274"/>
                <a:gd name="connsiteY10" fmla="*/ 139086 h 139085"/>
                <a:gd name="connsiteX11" fmla="*/ 0 w 123274"/>
                <a:gd name="connsiteY11" fmla="*/ 139086 h 139085"/>
                <a:gd name="connsiteX12" fmla="*/ 0 w 123274"/>
                <a:gd name="connsiteY12" fmla="*/ 3485 h 13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74" h="139085">
                  <a:moveTo>
                    <a:pt x="0" y="3485"/>
                  </a:moveTo>
                  <a:lnTo>
                    <a:pt x="32963" y="3485"/>
                  </a:lnTo>
                  <a:lnTo>
                    <a:pt x="32963" y="24923"/>
                  </a:lnTo>
                  <a:cubicBezTo>
                    <a:pt x="40729" y="8846"/>
                    <a:pt x="57348" y="0"/>
                    <a:pt x="74766" y="0"/>
                  </a:cubicBezTo>
                  <a:cubicBezTo>
                    <a:pt x="106656" y="0"/>
                    <a:pt x="123275" y="19295"/>
                    <a:pt x="123275" y="52259"/>
                  </a:cubicBezTo>
                  <a:lnTo>
                    <a:pt x="123275" y="139086"/>
                  </a:lnTo>
                  <a:lnTo>
                    <a:pt x="89506" y="139086"/>
                  </a:lnTo>
                  <a:lnTo>
                    <a:pt x="89506" y="58153"/>
                  </a:lnTo>
                  <a:cubicBezTo>
                    <a:pt x="89506" y="38857"/>
                    <a:pt x="81465" y="27603"/>
                    <a:pt x="63779" y="27603"/>
                  </a:cubicBezTo>
                  <a:cubicBezTo>
                    <a:pt x="44750" y="27603"/>
                    <a:pt x="33769" y="42076"/>
                    <a:pt x="33769" y="66727"/>
                  </a:cubicBezTo>
                  <a:lnTo>
                    <a:pt x="33769" y="139086"/>
                  </a:lnTo>
                  <a:lnTo>
                    <a:pt x="0" y="139086"/>
                  </a:lnTo>
                  <a:lnTo>
                    <a:pt x="0" y="3485"/>
                  </a:lnTo>
                  <a:close/>
                </a:path>
              </a:pathLst>
            </a:custGeom>
            <a:grpFill/>
            <a:ln w="6691"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C7FA15A-8888-1611-6F62-5DEA85D85F1D}"/>
                </a:ext>
              </a:extLst>
            </p:cNvPr>
            <p:cNvSpPr/>
            <p:nvPr/>
          </p:nvSpPr>
          <p:spPr>
            <a:xfrm>
              <a:off x="2398807" y="531430"/>
              <a:ext cx="129973" cy="187592"/>
            </a:xfrm>
            <a:custGeom>
              <a:avLst/>
              <a:gdLst>
                <a:gd name="connsiteX0" fmla="*/ 33769 w 129973"/>
                <a:gd name="connsiteY0" fmla="*/ 121660 h 187592"/>
                <a:gd name="connsiteX1" fmla="*/ 33769 w 129973"/>
                <a:gd name="connsiteY1" fmla="*/ 187587 h 187592"/>
                <a:gd name="connsiteX2" fmla="*/ 0 w 129973"/>
                <a:gd name="connsiteY2" fmla="*/ 187587 h 187592"/>
                <a:gd name="connsiteX3" fmla="*/ 0 w 129973"/>
                <a:gd name="connsiteY3" fmla="*/ 0 h 187592"/>
                <a:gd name="connsiteX4" fmla="*/ 33769 w 129973"/>
                <a:gd name="connsiteY4" fmla="*/ 0 h 187592"/>
                <a:gd name="connsiteX5" fmla="*/ 33769 w 129973"/>
                <a:gd name="connsiteY5" fmla="*/ 107731 h 187592"/>
                <a:gd name="connsiteX6" fmla="*/ 82270 w 129973"/>
                <a:gd name="connsiteY6" fmla="*/ 51987 h 187592"/>
                <a:gd name="connsiteX7" fmla="*/ 122738 w 129973"/>
                <a:gd name="connsiteY7" fmla="*/ 51987 h 187592"/>
                <a:gd name="connsiteX8" fmla="*/ 67531 w 129973"/>
                <a:gd name="connsiteY8" fmla="*/ 113358 h 187592"/>
                <a:gd name="connsiteX9" fmla="*/ 129973 w 129973"/>
                <a:gd name="connsiteY9" fmla="*/ 187593 h 187592"/>
                <a:gd name="connsiteX10" fmla="*/ 88439 w 129973"/>
                <a:gd name="connsiteY10" fmla="*/ 187593 h 187592"/>
                <a:gd name="connsiteX11" fmla="*/ 33769 w 129973"/>
                <a:gd name="connsiteY11" fmla="*/ 121666 h 187592"/>
                <a:gd name="connsiteX12" fmla="*/ 33769 w 129973"/>
                <a:gd name="connsiteY12" fmla="*/ 121660 h 187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973" h="187592">
                  <a:moveTo>
                    <a:pt x="33769" y="121660"/>
                  </a:moveTo>
                  <a:lnTo>
                    <a:pt x="33769" y="187587"/>
                  </a:lnTo>
                  <a:lnTo>
                    <a:pt x="0" y="187587"/>
                  </a:lnTo>
                  <a:lnTo>
                    <a:pt x="0" y="0"/>
                  </a:lnTo>
                  <a:lnTo>
                    <a:pt x="33769" y="0"/>
                  </a:lnTo>
                  <a:lnTo>
                    <a:pt x="33769" y="107731"/>
                  </a:lnTo>
                  <a:lnTo>
                    <a:pt x="82270" y="51987"/>
                  </a:lnTo>
                  <a:lnTo>
                    <a:pt x="122738" y="51987"/>
                  </a:lnTo>
                  <a:lnTo>
                    <a:pt x="67531" y="113358"/>
                  </a:lnTo>
                  <a:lnTo>
                    <a:pt x="129973" y="187593"/>
                  </a:lnTo>
                  <a:lnTo>
                    <a:pt x="88439" y="187593"/>
                  </a:lnTo>
                  <a:lnTo>
                    <a:pt x="33769" y="121666"/>
                  </a:lnTo>
                  <a:lnTo>
                    <a:pt x="33769" y="121660"/>
                  </a:lnTo>
                  <a:close/>
                </a:path>
              </a:pathLst>
            </a:custGeom>
            <a:grpFill/>
            <a:ln w="6691"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2C18FF21-5FA7-5EBB-A745-072CA737CF44}"/>
                </a:ext>
              </a:extLst>
            </p:cNvPr>
            <p:cNvSpPr/>
            <p:nvPr/>
          </p:nvSpPr>
          <p:spPr>
            <a:xfrm>
              <a:off x="345229" y="342966"/>
              <a:ext cx="407761" cy="543683"/>
            </a:xfrm>
            <a:custGeom>
              <a:avLst/>
              <a:gdLst>
                <a:gd name="connsiteX0" fmla="*/ 369024 w 407761"/>
                <a:gd name="connsiteY0" fmla="*/ 216794 h 543683"/>
                <a:gd name="connsiteX1" fmla="*/ 203881 w 407761"/>
                <a:gd name="connsiteY1" fmla="*/ 0 h 543683"/>
                <a:gd name="connsiteX2" fmla="*/ 38737 w 407761"/>
                <a:gd name="connsiteY2" fmla="*/ 216794 h 543683"/>
                <a:gd name="connsiteX3" fmla="*/ 0 w 407761"/>
                <a:gd name="connsiteY3" fmla="*/ 320094 h 543683"/>
                <a:gd name="connsiteX4" fmla="*/ 74077 w 407761"/>
                <a:gd name="connsiteY4" fmla="*/ 453975 h 543683"/>
                <a:gd name="connsiteX5" fmla="*/ 203881 w 407761"/>
                <a:gd name="connsiteY5" fmla="*/ 543683 h 543683"/>
                <a:gd name="connsiteX6" fmla="*/ 333685 w 407761"/>
                <a:gd name="connsiteY6" fmla="*/ 453975 h 543683"/>
                <a:gd name="connsiteX7" fmla="*/ 407762 w 407761"/>
                <a:gd name="connsiteY7" fmla="*/ 320094 h 543683"/>
                <a:gd name="connsiteX8" fmla="*/ 369024 w 407761"/>
                <a:gd name="connsiteY8" fmla="*/ 216794 h 543683"/>
                <a:gd name="connsiteX9" fmla="*/ 177376 w 407761"/>
                <a:gd name="connsiteY9" fmla="*/ 445140 h 543683"/>
                <a:gd name="connsiteX10" fmla="*/ 177376 w 407761"/>
                <a:gd name="connsiteY10" fmla="*/ 477082 h 543683"/>
                <a:gd name="connsiteX11" fmla="*/ 97863 w 407761"/>
                <a:gd name="connsiteY11" fmla="*/ 422714 h 543683"/>
                <a:gd name="connsiteX12" fmla="*/ 39417 w 407761"/>
                <a:gd name="connsiteY12" fmla="*/ 322132 h 543683"/>
                <a:gd name="connsiteX13" fmla="*/ 54368 w 407761"/>
                <a:gd name="connsiteY13" fmla="*/ 265725 h 543683"/>
                <a:gd name="connsiteX14" fmla="*/ 80193 w 407761"/>
                <a:gd name="connsiteY14" fmla="*/ 305822 h 543683"/>
                <a:gd name="connsiteX15" fmla="*/ 164464 w 407761"/>
                <a:gd name="connsiteY15" fmla="*/ 399607 h 543683"/>
                <a:gd name="connsiteX16" fmla="*/ 177376 w 407761"/>
                <a:gd name="connsiteY16" fmla="*/ 445140 h 543683"/>
                <a:gd name="connsiteX17" fmla="*/ 114853 w 407761"/>
                <a:gd name="connsiteY17" fmla="*/ 285434 h 543683"/>
                <a:gd name="connsiteX18" fmla="*/ 89708 w 407761"/>
                <a:gd name="connsiteY18" fmla="*/ 235823 h 543683"/>
                <a:gd name="connsiteX19" fmla="*/ 108737 w 407761"/>
                <a:gd name="connsiteY19" fmla="*/ 190289 h 543683"/>
                <a:gd name="connsiteX20" fmla="*/ 203881 w 407761"/>
                <a:gd name="connsiteY20" fmla="*/ 66601 h 543683"/>
                <a:gd name="connsiteX21" fmla="*/ 299025 w 407761"/>
                <a:gd name="connsiteY21" fmla="*/ 190289 h 543683"/>
                <a:gd name="connsiteX22" fmla="*/ 318054 w 407761"/>
                <a:gd name="connsiteY22" fmla="*/ 235823 h 543683"/>
                <a:gd name="connsiteX23" fmla="*/ 292909 w 407761"/>
                <a:gd name="connsiteY23" fmla="*/ 285434 h 543683"/>
                <a:gd name="connsiteX24" fmla="*/ 203881 w 407761"/>
                <a:gd name="connsiteY24" fmla="*/ 384656 h 543683"/>
                <a:gd name="connsiteX25" fmla="*/ 114853 w 407761"/>
                <a:gd name="connsiteY25" fmla="*/ 285434 h 543683"/>
                <a:gd name="connsiteX26" fmla="*/ 309899 w 407761"/>
                <a:gd name="connsiteY26" fmla="*/ 422714 h 543683"/>
                <a:gd name="connsiteX27" fmla="*/ 230385 w 407761"/>
                <a:gd name="connsiteY27" fmla="*/ 477082 h 543683"/>
                <a:gd name="connsiteX28" fmla="*/ 230385 w 407761"/>
                <a:gd name="connsiteY28" fmla="*/ 445140 h 543683"/>
                <a:gd name="connsiteX29" fmla="*/ 243298 w 407761"/>
                <a:gd name="connsiteY29" fmla="*/ 399607 h 543683"/>
                <a:gd name="connsiteX30" fmla="*/ 327569 w 407761"/>
                <a:gd name="connsiteY30" fmla="*/ 305822 h 543683"/>
                <a:gd name="connsiteX31" fmla="*/ 353394 w 407761"/>
                <a:gd name="connsiteY31" fmla="*/ 265725 h 543683"/>
                <a:gd name="connsiteX32" fmla="*/ 368345 w 407761"/>
                <a:gd name="connsiteY32" fmla="*/ 322132 h 543683"/>
                <a:gd name="connsiteX33" fmla="*/ 309899 w 407761"/>
                <a:gd name="connsiteY33" fmla="*/ 422714 h 543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07761" h="543683">
                  <a:moveTo>
                    <a:pt x="369024" y="216794"/>
                  </a:moveTo>
                  <a:lnTo>
                    <a:pt x="203881" y="0"/>
                  </a:lnTo>
                  <a:lnTo>
                    <a:pt x="38737" y="216794"/>
                  </a:lnTo>
                  <a:cubicBezTo>
                    <a:pt x="10874" y="253493"/>
                    <a:pt x="0" y="285434"/>
                    <a:pt x="0" y="320094"/>
                  </a:cubicBezTo>
                  <a:cubicBezTo>
                    <a:pt x="0" y="373103"/>
                    <a:pt x="26505" y="420675"/>
                    <a:pt x="74077" y="453975"/>
                  </a:cubicBezTo>
                  <a:lnTo>
                    <a:pt x="203881" y="543683"/>
                  </a:lnTo>
                  <a:lnTo>
                    <a:pt x="333685" y="453975"/>
                  </a:lnTo>
                  <a:cubicBezTo>
                    <a:pt x="381257" y="420675"/>
                    <a:pt x="407762" y="373103"/>
                    <a:pt x="407762" y="320094"/>
                  </a:cubicBezTo>
                  <a:cubicBezTo>
                    <a:pt x="407762" y="285434"/>
                    <a:pt x="396888" y="253493"/>
                    <a:pt x="369024" y="216794"/>
                  </a:cubicBezTo>
                  <a:close/>
                  <a:moveTo>
                    <a:pt x="177376" y="445140"/>
                  </a:moveTo>
                  <a:lnTo>
                    <a:pt x="177376" y="477082"/>
                  </a:lnTo>
                  <a:lnTo>
                    <a:pt x="97863" y="422714"/>
                  </a:lnTo>
                  <a:cubicBezTo>
                    <a:pt x="60485" y="397569"/>
                    <a:pt x="39417" y="360190"/>
                    <a:pt x="39417" y="322132"/>
                  </a:cubicBezTo>
                  <a:cubicBezTo>
                    <a:pt x="39417" y="302424"/>
                    <a:pt x="44854" y="283394"/>
                    <a:pt x="54368" y="265725"/>
                  </a:cubicBezTo>
                  <a:cubicBezTo>
                    <a:pt x="58446" y="277278"/>
                    <a:pt x="65242" y="288831"/>
                    <a:pt x="80193" y="305822"/>
                  </a:cubicBezTo>
                  <a:lnTo>
                    <a:pt x="164464" y="399607"/>
                  </a:lnTo>
                  <a:cubicBezTo>
                    <a:pt x="178056" y="415238"/>
                    <a:pt x="177376" y="424752"/>
                    <a:pt x="177376" y="445140"/>
                  </a:cubicBezTo>
                  <a:close/>
                  <a:moveTo>
                    <a:pt x="114853" y="285434"/>
                  </a:moveTo>
                  <a:cubicBezTo>
                    <a:pt x="93785" y="262327"/>
                    <a:pt x="89708" y="249414"/>
                    <a:pt x="89708" y="235823"/>
                  </a:cubicBezTo>
                  <a:cubicBezTo>
                    <a:pt x="89708" y="222230"/>
                    <a:pt x="92426" y="211357"/>
                    <a:pt x="108737" y="190289"/>
                  </a:cubicBezTo>
                  <a:lnTo>
                    <a:pt x="203881" y="66601"/>
                  </a:lnTo>
                  <a:lnTo>
                    <a:pt x="299025" y="190289"/>
                  </a:lnTo>
                  <a:cubicBezTo>
                    <a:pt x="314656" y="211357"/>
                    <a:pt x="318054" y="222910"/>
                    <a:pt x="318054" y="235823"/>
                  </a:cubicBezTo>
                  <a:cubicBezTo>
                    <a:pt x="318054" y="249414"/>
                    <a:pt x="313977" y="262327"/>
                    <a:pt x="292909" y="285434"/>
                  </a:cubicBezTo>
                  <a:lnTo>
                    <a:pt x="203881" y="384656"/>
                  </a:lnTo>
                  <a:lnTo>
                    <a:pt x="114853" y="285434"/>
                  </a:lnTo>
                  <a:close/>
                  <a:moveTo>
                    <a:pt x="309899" y="422714"/>
                  </a:moveTo>
                  <a:lnTo>
                    <a:pt x="230385" y="477082"/>
                  </a:lnTo>
                  <a:lnTo>
                    <a:pt x="230385" y="445140"/>
                  </a:lnTo>
                  <a:cubicBezTo>
                    <a:pt x="230385" y="424752"/>
                    <a:pt x="229706" y="415238"/>
                    <a:pt x="243298" y="399607"/>
                  </a:cubicBezTo>
                  <a:lnTo>
                    <a:pt x="327569" y="305822"/>
                  </a:lnTo>
                  <a:cubicBezTo>
                    <a:pt x="342520" y="288831"/>
                    <a:pt x="349316" y="277278"/>
                    <a:pt x="353394" y="265725"/>
                  </a:cubicBezTo>
                  <a:cubicBezTo>
                    <a:pt x="362908" y="283394"/>
                    <a:pt x="368345" y="302424"/>
                    <a:pt x="368345" y="322132"/>
                  </a:cubicBezTo>
                  <a:cubicBezTo>
                    <a:pt x="368345" y="360190"/>
                    <a:pt x="347277" y="397569"/>
                    <a:pt x="309899" y="422714"/>
                  </a:cubicBezTo>
                  <a:close/>
                </a:path>
              </a:pathLst>
            </a:custGeom>
            <a:grpFill/>
            <a:ln w="6691" cap="flat">
              <a:noFill/>
              <a:prstDash val="solid"/>
              <a:miter/>
            </a:ln>
          </p:spPr>
          <p:txBody>
            <a:bodyPr rtlCol="0" anchor="ctr"/>
            <a:lstStyle/>
            <a:p>
              <a:endParaRPr lang="en-US" dirty="0"/>
            </a:p>
          </p:txBody>
        </p:sp>
      </p:grpSp>
      <p:sp>
        <p:nvSpPr>
          <p:cNvPr id="20" name="Text Placeholder 2">
            <a:extLst>
              <a:ext uri="{FF2B5EF4-FFF2-40B4-BE49-F238E27FC236}">
                <a16:creationId xmlns:a16="http://schemas.microsoft.com/office/drawing/2014/main" id="{490B9D83-3508-5AF4-941D-AFAC364AB1FA}"/>
              </a:ext>
            </a:extLst>
          </p:cNvPr>
          <p:cNvSpPr>
            <a:spLocks noGrp="1"/>
          </p:cNvSpPr>
          <p:nvPr>
            <p:ph type="body" sz="quarter" idx="20"/>
          </p:nvPr>
        </p:nvSpPr>
        <p:spPr>
          <a:xfrm>
            <a:off x="347946" y="5045075"/>
            <a:ext cx="3744000" cy="1217614"/>
          </a:xfrm>
        </p:spPr>
        <p:txBody>
          <a:bodyPr anchor="b">
            <a:noAutofit/>
          </a:bodyPr>
          <a:lstStyle>
            <a:lvl1pPr marL="0" indent="0">
              <a:lnSpc>
                <a:spcPts val="2200"/>
              </a:lnSpc>
              <a:spcAft>
                <a:spcPts val="0"/>
              </a:spcAft>
              <a:buNone/>
              <a:defRPr sz="1600">
                <a:solidFill>
                  <a:schemeClr val="bg1"/>
                </a:solidFill>
              </a:defRPr>
            </a:lvl1pPr>
            <a:lvl2pPr marL="176213" indent="0">
              <a:buNone/>
              <a:defRPr/>
            </a:lvl2pPr>
          </a:lstStyle>
          <a:p>
            <a:pPr lvl="0"/>
            <a:r>
              <a:rPr lang="en-US"/>
              <a:t>Click to edit Master text styles</a:t>
            </a:r>
            <a:endParaRPr lang="en-US" dirty="0"/>
          </a:p>
        </p:txBody>
      </p:sp>
      <p:sp>
        <p:nvSpPr>
          <p:cNvPr id="21" name="Text Placeholder 2">
            <a:extLst>
              <a:ext uri="{FF2B5EF4-FFF2-40B4-BE49-F238E27FC236}">
                <a16:creationId xmlns:a16="http://schemas.microsoft.com/office/drawing/2014/main" id="{E8B29F00-A6E4-62CE-A5F8-0D999E4FA7B2}"/>
              </a:ext>
            </a:extLst>
          </p:cNvPr>
          <p:cNvSpPr>
            <a:spLocks noGrp="1"/>
          </p:cNvSpPr>
          <p:nvPr>
            <p:ph type="body" sz="quarter" idx="21"/>
          </p:nvPr>
        </p:nvSpPr>
        <p:spPr>
          <a:xfrm>
            <a:off x="4222892" y="5045075"/>
            <a:ext cx="3744000" cy="1217614"/>
          </a:xfrm>
        </p:spPr>
        <p:txBody>
          <a:bodyPr anchor="b">
            <a:noAutofit/>
          </a:bodyPr>
          <a:lstStyle>
            <a:lvl1pPr marL="0" indent="0">
              <a:lnSpc>
                <a:spcPts val="2200"/>
              </a:lnSpc>
              <a:spcAft>
                <a:spcPts val="0"/>
              </a:spcAft>
              <a:buNone/>
              <a:defRPr sz="1600">
                <a:solidFill>
                  <a:schemeClr val="bg1"/>
                </a:solidFill>
              </a:defRPr>
            </a:lvl1pPr>
            <a:lvl2pPr marL="176213" indent="0">
              <a:buNone/>
              <a:defRPr/>
            </a:lvl2pPr>
          </a:lstStyle>
          <a:p>
            <a:pPr lvl="0"/>
            <a:r>
              <a:rPr lang="en-US"/>
              <a:t>Click to edit Master text styles</a:t>
            </a:r>
            <a:endParaRPr lang="en-US" dirty="0"/>
          </a:p>
        </p:txBody>
      </p:sp>
      <p:sp>
        <p:nvSpPr>
          <p:cNvPr id="22" name="Text Placeholder 2">
            <a:extLst>
              <a:ext uri="{FF2B5EF4-FFF2-40B4-BE49-F238E27FC236}">
                <a16:creationId xmlns:a16="http://schemas.microsoft.com/office/drawing/2014/main" id="{231966A2-A95D-2F70-3112-5B3A499DC3AD}"/>
              </a:ext>
            </a:extLst>
          </p:cNvPr>
          <p:cNvSpPr>
            <a:spLocks noGrp="1"/>
          </p:cNvSpPr>
          <p:nvPr>
            <p:ph type="body" sz="quarter" idx="22"/>
          </p:nvPr>
        </p:nvSpPr>
        <p:spPr>
          <a:xfrm>
            <a:off x="8105100" y="5045075"/>
            <a:ext cx="3744000" cy="1217614"/>
          </a:xfrm>
        </p:spPr>
        <p:txBody>
          <a:bodyPr anchor="b">
            <a:noAutofit/>
          </a:bodyPr>
          <a:lstStyle>
            <a:lvl1pPr marL="0" indent="0">
              <a:lnSpc>
                <a:spcPts val="2200"/>
              </a:lnSpc>
              <a:spcAft>
                <a:spcPts val="0"/>
              </a:spcAft>
              <a:buNone/>
              <a:defRPr sz="1600">
                <a:solidFill>
                  <a:schemeClr val="bg1"/>
                </a:solidFill>
              </a:defRPr>
            </a:lvl1pPr>
            <a:lvl2pPr marL="176213" indent="0">
              <a:buNone/>
              <a:defRPr/>
            </a:lvl2pPr>
          </a:lstStyle>
          <a:p>
            <a:pPr lvl="0"/>
            <a:r>
              <a:rPr lang="en-US"/>
              <a:t>Click to edit Master text styles</a:t>
            </a:r>
            <a:endParaRPr lang="en-US" dirty="0"/>
          </a:p>
        </p:txBody>
      </p:sp>
      <p:sp>
        <p:nvSpPr>
          <p:cNvPr id="6" name="Date Placeholder 5">
            <a:extLst>
              <a:ext uri="{FF2B5EF4-FFF2-40B4-BE49-F238E27FC236}">
                <a16:creationId xmlns:a16="http://schemas.microsoft.com/office/drawing/2014/main" id="{2E00893D-F44C-4ECF-4E17-40DE0AF537FC}"/>
              </a:ext>
            </a:extLst>
          </p:cNvPr>
          <p:cNvSpPr>
            <a:spLocks noGrp="1"/>
          </p:cNvSpPr>
          <p:nvPr>
            <p:ph type="dt" sz="half" idx="23"/>
          </p:nvPr>
        </p:nvSpPr>
        <p:spPr>
          <a:xfrm>
            <a:off x="4230190" y="6876668"/>
            <a:ext cx="832349" cy="177162"/>
          </a:xfrm>
        </p:spPr>
        <p:txBody>
          <a:bodyPr/>
          <a:lstStyle>
            <a:lvl1pPr>
              <a:defRPr>
                <a:solidFill>
                  <a:srgbClr val="505055">
                    <a:alpha val="0"/>
                  </a:srgbClr>
                </a:solidFill>
              </a:defRPr>
            </a:lvl1pPr>
          </a:lstStyle>
          <a:p>
            <a:r>
              <a:rPr lang="en-US"/>
              <a:t>Date</a:t>
            </a:r>
            <a:endParaRPr lang="en-US" dirty="0"/>
          </a:p>
        </p:txBody>
      </p:sp>
      <p:sp>
        <p:nvSpPr>
          <p:cNvPr id="23" name="Footer Placeholder 22">
            <a:extLst>
              <a:ext uri="{FF2B5EF4-FFF2-40B4-BE49-F238E27FC236}">
                <a16:creationId xmlns:a16="http://schemas.microsoft.com/office/drawing/2014/main" id="{1123AF0F-17F3-9430-2FE8-723A9D575248}"/>
              </a:ext>
            </a:extLst>
          </p:cNvPr>
          <p:cNvSpPr>
            <a:spLocks noGrp="1"/>
          </p:cNvSpPr>
          <p:nvPr>
            <p:ph type="ftr" sz="quarter" idx="24"/>
          </p:nvPr>
        </p:nvSpPr>
        <p:spPr>
          <a:xfrm>
            <a:off x="6159499" y="6876668"/>
            <a:ext cx="3751264" cy="177162"/>
          </a:xfrm>
        </p:spPr>
        <p:txBody>
          <a:bodyPr/>
          <a:lstStyle>
            <a:lvl1pPr>
              <a:defRPr>
                <a:solidFill>
                  <a:srgbClr val="505055">
                    <a:alpha val="0"/>
                  </a:srgbClr>
                </a:solidFill>
              </a:defRPr>
            </a:lvl1pPr>
          </a:lstStyle>
          <a:p>
            <a:r>
              <a:rPr lang="en-US"/>
              <a:t>Confidential / internal tag</a:t>
            </a:r>
            <a:endParaRPr lang="en-US" dirty="0"/>
          </a:p>
        </p:txBody>
      </p:sp>
      <p:sp>
        <p:nvSpPr>
          <p:cNvPr id="24" name="Slide Number Placeholder 23">
            <a:extLst>
              <a:ext uri="{FF2B5EF4-FFF2-40B4-BE49-F238E27FC236}">
                <a16:creationId xmlns:a16="http://schemas.microsoft.com/office/drawing/2014/main" id="{42348E7E-528A-D55B-A33B-5C429A213DEE}"/>
              </a:ext>
            </a:extLst>
          </p:cNvPr>
          <p:cNvSpPr>
            <a:spLocks noGrp="1"/>
          </p:cNvSpPr>
          <p:nvPr>
            <p:ph type="sldNum" sz="quarter" idx="25"/>
          </p:nvPr>
        </p:nvSpPr>
        <p:spPr>
          <a:xfrm>
            <a:off x="10991850" y="6876668"/>
            <a:ext cx="865188" cy="177162"/>
          </a:xfrm>
        </p:spPr>
        <p:txBody>
          <a:bodyPr/>
          <a:lstStyle>
            <a:lvl1pPr>
              <a:defRPr>
                <a:solidFill>
                  <a:srgbClr val="505055">
                    <a:alpha val="0"/>
                  </a:srgbClr>
                </a:solidFill>
              </a:defRPr>
            </a:lvl1pPr>
          </a:lstStyle>
          <a:p>
            <a:pPr algn="r"/>
            <a:fld id="{AE086683-F536-42AB-ABBC-F4803DFE8DBC}" type="slidenum">
              <a:rPr lang="en-US" smtClean="0"/>
              <a:pPr algn="r"/>
              <a:t>‹#›</a:t>
            </a:fld>
            <a:endParaRPr lang="en-US" dirty="0"/>
          </a:p>
        </p:txBody>
      </p:sp>
    </p:spTree>
    <p:extLst>
      <p:ext uri="{BB962C8B-B14F-4D97-AF65-F5344CB8AC3E}">
        <p14:creationId xmlns:p14="http://schemas.microsoft.com/office/powerpoint/2010/main" val="25289559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blank" preserve="1">
  <p:cSld name="Sign off">
    <p:spTree>
      <p:nvGrpSpPr>
        <p:cNvPr id="1" name=""/>
        <p:cNvGrpSpPr/>
        <p:nvPr/>
      </p:nvGrpSpPr>
      <p:grpSpPr>
        <a:xfrm>
          <a:off x="0" y="0"/>
          <a:ext cx="0" cy="0"/>
          <a:chOff x="0" y="0"/>
          <a:chExt cx="0" cy="0"/>
        </a:xfrm>
      </p:grpSpPr>
      <p:sp>
        <p:nvSpPr>
          <p:cNvPr id="2" name="Date Placeholder 5">
            <a:extLst>
              <a:ext uri="{FF2B5EF4-FFF2-40B4-BE49-F238E27FC236}">
                <a16:creationId xmlns:a16="http://schemas.microsoft.com/office/drawing/2014/main" id="{D5D2A505-EF8F-D4AD-AF89-AF9DF1E45F80}"/>
              </a:ext>
            </a:extLst>
          </p:cNvPr>
          <p:cNvSpPr>
            <a:spLocks noGrp="1"/>
          </p:cNvSpPr>
          <p:nvPr>
            <p:ph type="dt" sz="half" idx="23"/>
          </p:nvPr>
        </p:nvSpPr>
        <p:spPr>
          <a:xfrm>
            <a:off x="4230190" y="6876668"/>
            <a:ext cx="832349" cy="177162"/>
          </a:xfrm>
        </p:spPr>
        <p:txBody>
          <a:bodyPr/>
          <a:lstStyle>
            <a:lvl1pPr>
              <a:defRPr>
                <a:solidFill>
                  <a:srgbClr val="505055">
                    <a:alpha val="0"/>
                  </a:srgbClr>
                </a:solidFill>
              </a:defRPr>
            </a:lvl1pPr>
          </a:lstStyle>
          <a:p>
            <a:r>
              <a:rPr lang="en-US"/>
              <a:t>Date</a:t>
            </a:r>
            <a:endParaRPr lang="en-US" dirty="0"/>
          </a:p>
        </p:txBody>
      </p:sp>
      <p:sp>
        <p:nvSpPr>
          <p:cNvPr id="3" name="Footer Placeholder 22">
            <a:extLst>
              <a:ext uri="{FF2B5EF4-FFF2-40B4-BE49-F238E27FC236}">
                <a16:creationId xmlns:a16="http://schemas.microsoft.com/office/drawing/2014/main" id="{94204DCA-464A-A69E-E085-0CD8B53FDC7C}"/>
              </a:ext>
            </a:extLst>
          </p:cNvPr>
          <p:cNvSpPr>
            <a:spLocks noGrp="1"/>
          </p:cNvSpPr>
          <p:nvPr>
            <p:ph type="ftr" sz="quarter" idx="24"/>
          </p:nvPr>
        </p:nvSpPr>
        <p:spPr>
          <a:xfrm>
            <a:off x="6159499" y="6876668"/>
            <a:ext cx="3751264" cy="177162"/>
          </a:xfrm>
        </p:spPr>
        <p:txBody>
          <a:bodyPr/>
          <a:lstStyle>
            <a:lvl1pPr>
              <a:defRPr>
                <a:solidFill>
                  <a:srgbClr val="505055">
                    <a:alpha val="0"/>
                  </a:srgbClr>
                </a:solidFill>
              </a:defRPr>
            </a:lvl1pPr>
          </a:lstStyle>
          <a:p>
            <a:r>
              <a:rPr lang="en-US"/>
              <a:t>Confidential / internal tag</a:t>
            </a:r>
            <a:endParaRPr lang="en-US" dirty="0"/>
          </a:p>
        </p:txBody>
      </p:sp>
      <p:sp>
        <p:nvSpPr>
          <p:cNvPr id="4" name="Slide Number Placeholder 23">
            <a:extLst>
              <a:ext uri="{FF2B5EF4-FFF2-40B4-BE49-F238E27FC236}">
                <a16:creationId xmlns:a16="http://schemas.microsoft.com/office/drawing/2014/main" id="{F601FF6F-0F04-D3C9-F129-9879CF45A0EA}"/>
              </a:ext>
            </a:extLst>
          </p:cNvPr>
          <p:cNvSpPr>
            <a:spLocks noGrp="1"/>
          </p:cNvSpPr>
          <p:nvPr>
            <p:ph type="sldNum" sz="quarter" idx="25"/>
          </p:nvPr>
        </p:nvSpPr>
        <p:spPr>
          <a:xfrm>
            <a:off x="10991850" y="6876668"/>
            <a:ext cx="865188" cy="177162"/>
          </a:xfrm>
        </p:spPr>
        <p:txBody>
          <a:bodyPr/>
          <a:lstStyle>
            <a:lvl1pPr>
              <a:defRPr>
                <a:solidFill>
                  <a:srgbClr val="505055">
                    <a:alpha val="0"/>
                  </a:srgbClr>
                </a:solidFill>
              </a:defRPr>
            </a:lvl1pPr>
          </a:lstStyle>
          <a:p>
            <a:pPr algn="r"/>
            <a:fld id="{AE086683-F536-42AB-ABBC-F4803DFE8DBC}" type="slidenum">
              <a:rPr lang="en-US" smtClean="0"/>
              <a:pPr algn="r"/>
              <a:t>‹#›</a:t>
            </a:fld>
            <a:endParaRPr lang="en-US" dirty="0"/>
          </a:p>
        </p:txBody>
      </p:sp>
      <p:pic>
        <p:nvPicPr>
          <p:cNvPr id="6" name="Graphic 5">
            <a:extLst>
              <a:ext uri="{FF2B5EF4-FFF2-40B4-BE49-F238E27FC236}">
                <a16:creationId xmlns:a16="http://schemas.microsoft.com/office/drawing/2014/main" id="{E3566545-EAD3-852D-EF64-585AE59EA49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83000" y="2769429"/>
            <a:ext cx="1026000" cy="1319143"/>
          </a:xfrm>
          <a:prstGeom prst="rect">
            <a:avLst/>
          </a:prstGeom>
        </p:spPr>
      </p:pic>
    </p:spTree>
    <p:extLst>
      <p:ext uri="{BB962C8B-B14F-4D97-AF65-F5344CB8AC3E}">
        <p14:creationId xmlns:p14="http://schemas.microsoft.com/office/powerpoint/2010/main" val="23192865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Layouts after this one do not belong to this template">
    <p:spTree>
      <p:nvGrpSpPr>
        <p:cNvPr id="1" name=""/>
        <p:cNvGrpSpPr/>
        <p:nvPr/>
      </p:nvGrpSpPr>
      <p:grpSpPr>
        <a:xfrm>
          <a:off x="0" y="0"/>
          <a:ext cx="0" cy="0"/>
          <a:chOff x="0" y="0"/>
          <a:chExt cx="0" cy="0"/>
        </a:xfrm>
      </p:grpSpPr>
      <p:sp>
        <p:nvSpPr>
          <p:cNvPr id="5" name="textruta 4">
            <a:extLst>
              <a:ext uri="{FF2B5EF4-FFF2-40B4-BE49-F238E27FC236}">
                <a16:creationId xmlns:a16="http://schemas.microsoft.com/office/drawing/2014/main" id="{4405A5C8-297E-E3EB-142A-5DE16BD606D2}"/>
              </a:ext>
            </a:extLst>
          </p:cNvPr>
          <p:cNvSpPr txBox="1"/>
          <p:nvPr userDrawn="1"/>
        </p:nvSpPr>
        <p:spPr>
          <a:xfrm>
            <a:off x="1949450" y="1848787"/>
            <a:ext cx="8293100" cy="3554819"/>
          </a:xfrm>
          <a:prstGeom prst="rect">
            <a:avLst/>
          </a:prstGeom>
          <a:noFill/>
        </p:spPr>
        <p:txBody>
          <a:bodyPr wrap="square" rtlCol="0">
            <a:spAutoFit/>
          </a:bodyPr>
          <a:lstStyle/>
          <a:p>
            <a:pPr algn="ctr">
              <a:lnSpc>
                <a:spcPct val="90000"/>
              </a:lnSpc>
            </a:pPr>
            <a:r>
              <a:rPr lang="en-US" sz="5000" b="1" kern="1200">
                <a:solidFill>
                  <a:schemeClr val="tx1"/>
                </a:solidFill>
                <a:latin typeface="+mj-lt"/>
                <a:ea typeface="+mj-ea"/>
                <a:cs typeface="+mj-cs"/>
              </a:rPr>
              <a:t>Layouts after this one do not belong to this template. Select one of the layouts before this one in the layout list.</a:t>
            </a:r>
            <a:endParaRPr lang="en-US" sz="5000" b="1" kern="1200" dirty="0">
              <a:solidFill>
                <a:schemeClr val="tx1"/>
              </a:solidFill>
              <a:latin typeface="+mj-lt"/>
              <a:ea typeface="+mj-ea"/>
              <a:cs typeface="+mj-cs"/>
            </a:endParaRPr>
          </a:p>
        </p:txBody>
      </p:sp>
    </p:spTree>
    <p:extLst>
      <p:ext uri="{BB962C8B-B14F-4D97-AF65-F5344CB8AC3E}">
        <p14:creationId xmlns:p14="http://schemas.microsoft.com/office/powerpoint/2010/main" val="7948993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 Id="rId4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907D54BB-8EC7-458A-A082-8AF4306364DF}"/>
              </a:ext>
            </a:extLst>
          </p:cNvPr>
          <p:cNvSpPr>
            <a:spLocks noGrp="1"/>
          </p:cNvSpPr>
          <p:nvPr>
            <p:ph type="dt" sz="half" idx="2"/>
          </p:nvPr>
        </p:nvSpPr>
        <p:spPr>
          <a:xfrm>
            <a:off x="4230190" y="6858000"/>
            <a:ext cx="832349" cy="0"/>
          </a:xfrm>
          <a:prstGeom prst="rect">
            <a:avLst/>
          </a:prstGeom>
        </p:spPr>
        <p:txBody>
          <a:bodyPr vert="horz" lIns="0" tIns="0" rIns="0" bIns="0" rtlCol="0" anchor="t">
            <a:noAutofit/>
          </a:bodyPr>
          <a:lstStyle>
            <a:lvl1pPr>
              <a:defRPr lang="en-US" sz="100" smtClean="0">
                <a:solidFill>
                  <a:srgbClr val="505055">
                    <a:alpha val="0"/>
                  </a:srgbClr>
                </a:solidFill>
              </a:defRPr>
            </a:lvl1pPr>
          </a:lstStyle>
          <a:p>
            <a:r>
              <a:rPr lang="en-US"/>
              <a:t>Date</a:t>
            </a:r>
            <a:endParaRPr lang="en-US" dirty="0"/>
          </a:p>
        </p:txBody>
      </p:sp>
      <p:sp>
        <p:nvSpPr>
          <p:cNvPr id="5" name="Platshållare för sidfot 4">
            <a:extLst>
              <a:ext uri="{FF2B5EF4-FFF2-40B4-BE49-F238E27FC236}">
                <a16:creationId xmlns:a16="http://schemas.microsoft.com/office/drawing/2014/main" id="{5C0A3ABB-C906-40E9-AF35-0DB0B3403226}"/>
              </a:ext>
            </a:extLst>
          </p:cNvPr>
          <p:cNvSpPr>
            <a:spLocks noGrp="1"/>
          </p:cNvSpPr>
          <p:nvPr>
            <p:ph type="ftr" sz="quarter" idx="3"/>
          </p:nvPr>
        </p:nvSpPr>
        <p:spPr>
          <a:xfrm>
            <a:off x="2279650" y="6435511"/>
            <a:ext cx="2782889" cy="177162"/>
          </a:xfrm>
          <a:prstGeom prst="rect">
            <a:avLst/>
          </a:prstGeom>
        </p:spPr>
        <p:txBody>
          <a:bodyPr vert="horz" lIns="0" tIns="0" rIns="0" bIns="0" rtlCol="0" anchor="t">
            <a:noAutofit/>
          </a:bodyPr>
          <a:lstStyle>
            <a:lvl1pPr algn="l">
              <a:defRPr sz="1000">
                <a:solidFill>
                  <a:srgbClr val="505055"/>
                </a:solidFill>
              </a:defRPr>
            </a:lvl1pPr>
          </a:lstStyle>
          <a:p>
            <a:r>
              <a:rPr lang="en-US" dirty="0"/>
              <a:t>Confidential / internal tag</a:t>
            </a:r>
          </a:p>
        </p:txBody>
      </p:sp>
      <p:sp>
        <p:nvSpPr>
          <p:cNvPr id="6" name="Platshållare för bildnummer 5">
            <a:extLst>
              <a:ext uri="{FF2B5EF4-FFF2-40B4-BE49-F238E27FC236}">
                <a16:creationId xmlns:a16="http://schemas.microsoft.com/office/drawing/2014/main" id="{37249AA9-CC7D-40E0-9894-3652F2EE8CF5}"/>
              </a:ext>
            </a:extLst>
          </p:cNvPr>
          <p:cNvSpPr>
            <a:spLocks noGrp="1"/>
          </p:cNvSpPr>
          <p:nvPr>
            <p:ph type="sldNum" sz="quarter" idx="4"/>
          </p:nvPr>
        </p:nvSpPr>
        <p:spPr>
          <a:xfrm>
            <a:off x="10991850" y="6435511"/>
            <a:ext cx="865188" cy="177162"/>
          </a:xfrm>
          <a:prstGeom prst="rect">
            <a:avLst/>
          </a:prstGeom>
        </p:spPr>
        <p:txBody>
          <a:bodyPr vert="horz" lIns="0" tIns="0" rIns="0" bIns="0" rtlCol="0" anchor="t">
            <a:noAutofit/>
          </a:bodyPr>
          <a:lstStyle>
            <a:lvl1pPr>
              <a:defRPr lang="en-US" sz="1000" smtClean="0">
                <a:solidFill>
                  <a:srgbClr val="505055"/>
                </a:solidFill>
              </a:defRPr>
            </a:lvl1pPr>
          </a:lstStyle>
          <a:p>
            <a:pPr algn="r"/>
            <a:fld id="{AE086683-F536-42AB-ABBC-F4803DFE8DBC}" type="slidenum">
              <a:rPr lang="en-US" smtClean="0"/>
              <a:pPr algn="r"/>
              <a:t>‹#›</a:t>
            </a:fld>
            <a:endParaRPr lang="en-US" dirty="0"/>
          </a:p>
        </p:txBody>
      </p:sp>
      <p:sp>
        <p:nvSpPr>
          <p:cNvPr id="7" name="Title Placeholder 6">
            <a:extLst>
              <a:ext uri="{FF2B5EF4-FFF2-40B4-BE49-F238E27FC236}">
                <a16:creationId xmlns:a16="http://schemas.microsoft.com/office/drawing/2014/main" id="{45401296-9B95-5420-8D6A-DD8DE74DB4C1}"/>
              </a:ext>
            </a:extLst>
          </p:cNvPr>
          <p:cNvSpPr>
            <a:spLocks noGrp="1"/>
          </p:cNvSpPr>
          <p:nvPr>
            <p:ph type="title"/>
          </p:nvPr>
        </p:nvSpPr>
        <p:spPr>
          <a:xfrm>
            <a:off x="342581" y="341313"/>
            <a:ext cx="9568182" cy="546099"/>
          </a:xfrm>
          <a:prstGeom prst="rect">
            <a:avLst/>
          </a:prstGeom>
        </p:spPr>
        <p:txBody>
          <a:bodyPr vert="horz" lIns="0" tIns="0" rIns="0" bIns="0" rtlCol="0" anchor="t">
            <a:noAutofit/>
          </a:bodyPr>
          <a:lstStyle/>
          <a:p>
            <a:endParaRPr lang="en-US" dirty="0"/>
          </a:p>
        </p:txBody>
      </p:sp>
      <p:sp>
        <p:nvSpPr>
          <p:cNvPr id="8" name="Text Placeholder 7">
            <a:extLst>
              <a:ext uri="{FF2B5EF4-FFF2-40B4-BE49-F238E27FC236}">
                <a16:creationId xmlns:a16="http://schemas.microsoft.com/office/drawing/2014/main" id="{5285BCBA-8390-1D80-4227-16236B39A844}"/>
              </a:ext>
            </a:extLst>
          </p:cNvPr>
          <p:cNvSpPr>
            <a:spLocks noGrp="1"/>
          </p:cNvSpPr>
          <p:nvPr>
            <p:ph type="body" idx="1"/>
          </p:nvPr>
        </p:nvSpPr>
        <p:spPr>
          <a:xfrm>
            <a:off x="342582" y="1700213"/>
            <a:ext cx="11506518" cy="4573587"/>
          </a:xfrm>
          <a:prstGeom prst="rect">
            <a:avLst/>
          </a:prstGeom>
        </p:spPr>
        <p:txBody>
          <a:bodyPr vert="horz" lIns="0" tIns="0" rIns="0" bIns="0" rtlCol="0" anchor="t">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Box 1">
            <a:extLst>
              <a:ext uri="{FF2B5EF4-FFF2-40B4-BE49-F238E27FC236}">
                <a16:creationId xmlns:a16="http://schemas.microsoft.com/office/drawing/2014/main" id="{FEC8685E-22B8-C921-FE7D-6679902A12DF}"/>
              </a:ext>
            </a:extLst>
          </p:cNvPr>
          <p:cNvSpPr txBox="1"/>
          <p:nvPr userDrawn="1"/>
        </p:nvSpPr>
        <p:spPr>
          <a:xfrm>
            <a:off x="332169" y="6435512"/>
            <a:ext cx="2567442" cy="177162"/>
          </a:xfrm>
          <a:prstGeom prst="rect">
            <a:avLst/>
          </a:prstGeom>
        </p:spPr>
        <p:txBody>
          <a:bodyPr vert="horz" lIns="0" tIns="0" rIns="0" bIns="0" rtlCol="0" anchor="t">
            <a:noAutofit/>
          </a:bodyPr>
          <a:lstStyle>
            <a:defPPr>
              <a:defRPr lang="sv-SE"/>
            </a:defPPr>
            <a:lvl1pPr>
              <a:defRPr sz="1000">
                <a:solidFill>
                  <a:schemeClr val="tx2"/>
                </a:solidFill>
              </a:defRPr>
            </a:lvl1pPr>
          </a:lstStyle>
          <a:p>
            <a:pPr lvl="0"/>
            <a:r>
              <a:rPr lang="en-US" dirty="0">
                <a:solidFill>
                  <a:srgbClr val="505055"/>
                </a:solidFill>
              </a:rPr>
              <a:t>© Bangkok Bank</a:t>
            </a:r>
          </a:p>
        </p:txBody>
      </p:sp>
      <p:sp>
        <p:nvSpPr>
          <p:cNvPr id="9" name="Text Placeholder 8">
            <a:extLst>
              <a:ext uri="{FF2B5EF4-FFF2-40B4-BE49-F238E27FC236}">
                <a16:creationId xmlns:a16="http://schemas.microsoft.com/office/drawing/2014/main" id="{8EAF1CB7-EC16-C777-23B3-68F4D2D45D6E}"/>
              </a:ext>
            </a:extLst>
          </p:cNvPr>
          <p:cNvSpPr txBox="1">
            <a:spLocks/>
          </p:cNvSpPr>
          <p:nvPr userDrawn="1"/>
        </p:nvSpPr>
        <p:spPr>
          <a:xfrm>
            <a:off x="11521017" y="343854"/>
            <a:ext cx="330781" cy="425290"/>
          </a:xfrm>
          <a:prstGeom prst="rect">
            <a:avLst/>
          </a:prstGeom>
          <a:blipFill>
            <a:blip>
              <a:extLst>
                <a:ext uri="{96DAC541-7B7A-43D3-8B79-37D633B846F1}">
                  <asvg:svgBlip xmlns:asvg="http://schemas.microsoft.com/office/drawing/2016/SVG/main" r:embed="rId40"/>
                </a:ext>
              </a:extLst>
            </a:blip>
            <a:stretch>
              <a:fillRect/>
            </a:stretch>
          </a:blipFill>
        </p:spPr>
        <p:txBody>
          <a:bodyPr>
            <a:noAutofit/>
          </a:bodyPr>
          <a:lstStyle>
            <a:lvl1pPr marL="162000" indent="0" algn="l" defTabSz="914400" rtl="0" eaLnBrk="1" latinLnBrk="0" hangingPunct="1">
              <a:lnSpc>
                <a:spcPts val="2200"/>
              </a:lnSpc>
              <a:spcBef>
                <a:spcPts val="1200"/>
              </a:spcBef>
              <a:spcAft>
                <a:spcPts val="0"/>
              </a:spcAft>
              <a:buFont typeface="Arial" panose="020B0604020202020204" pitchFamily="34" charset="0"/>
              <a:buNone/>
              <a:defRPr sz="100" kern="1200" spc="0" baseline="0">
                <a:noFill/>
                <a:latin typeface="+mn-lt"/>
                <a:ea typeface="+mn-ea"/>
                <a:cs typeface="+mn-cs"/>
              </a:defRPr>
            </a:lvl1pPr>
            <a:lvl2pPr marL="485775" indent="-227013" algn="l" defTabSz="914400" rtl="0" eaLnBrk="1" latinLnBrk="0" hangingPunct="1">
              <a:lnSpc>
                <a:spcPts val="1700"/>
              </a:lnSpc>
              <a:spcBef>
                <a:spcPts val="900"/>
              </a:spcBef>
              <a:spcAft>
                <a:spcPts val="0"/>
              </a:spcAft>
              <a:buFont typeface="Arial" panose="020B0604020202020204" pitchFamily="34" charset="0"/>
              <a:buChar char="•"/>
              <a:tabLst/>
              <a:defRPr sz="1200" kern="1200" spc="0">
                <a:solidFill>
                  <a:schemeClr val="tx1"/>
                </a:solidFill>
                <a:latin typeface="+mn-lt"/>
                <a:ea typeface="+mn-ea"/>
                <a:cs typeface="+mn-cs"/>
              </a:defRPr>
            </a:lvl2pPr>
            <a:lvl3pPr marL="719138" indent="-258763" algn="l" defTabSz="914400" rtl="0" eaLnBrk="1" latinLnBrk="0" hangingPunct="1">
              <a:lnSpc>
                <a:spcPts val="1700"/>
              </a:lnSpc>
              <a:spcBef>
                <a:spcPts val="900"/>
              </a:spcBef>
              <a:spcAft>
                <a:spcPts val="0"/>
              </a:spcAft>
              <a:buFont typeface="Arial" panose="020B0604020202020204" pitchFamily="34" charset="0"/>
              <a:buChar char="•"/>
              <a:defRPr sz="1200" kern="1200" spc="0">
                <a:solidFill>
                  <a:schemeClr val="tx1"/>
                </a:solidFill>
                <a:latin typeface="+mn-lt"/>
                <a:ea typeface="+mn-ea"/>
                <a:cs typeface="+mn-cs"/>
              </a:defRPr>
            </a:lvl3pPr>
            <a:lvl4pPr marL="989013" indent="-227013" algn="l" defTabSz="914400" rtl="0" eaLnBrk="1" latinLnBrk="0" hangingPunct="1">
              <a:lnSpc>
                <a:spcPts val="1400"/>
              </a:lnSpc>
              <a:spcBef>
                <a:spcPts val="900"/>
              </a:spcBef>
              <a:spcAft>
                <a:spcPts val="0"/>
              </a:spcAft>
              <a:buFont typeface="Arial" panose="020B0604020202020204" pitchFamily="34" charset="0"/>
              <a:buChar char="•"/>
              <a:tabLst/>
              <a:defRPr sz="1000" kern="1200" spc="0">
                <a:solidFill>
                  <a:schemeClr val="tx1"/>
                </a:solidFill>
                <a:latin typeface="+mn-lt"/>
                <a:ea typeface="+mn-ea"/>
                <a:cs typeface="+mn-cs"/>
              </a:defRPr>
            </a:lvl4pPr>
            <a:lvl5pPr marL="1258888" indent="-266700" algn="l" defTabSz="914400" rtl="0" eaLnBrk="1" latinLnBrk="0" hangingPunct="1">
              <a:lnSpc>
                <a:spcPts val="1400"/>
              </a:lnSpc>
              <a:spcBef>
                <a:spcPts val="900"/>
              </a:spcBef>
              <a:spcAft>
                <a:spcPts val="0"/>
              </a:spcAft>
              <a:buFont typeface="Arial" panose="020B0604020202020204" pitchFamily="34" charset="0"/>
              <a:buChar char="•"/>
              <a:defRPr sz="1000" kern="1200" spc="0">
                <a:solidFill>
                  <a:schemeClr val="tx1"/>
                </a:solidFill>
                <a:latin typeface="+mn-lt"/>
                <a:ea typeface="+mn-ea"/>
                <a:cs typeface="+mn-cs"/>
              </a:defRPr>
            </a:lvl5pPr>
            <a:lvl6pPr marL="1079500" indent="-184150"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6pPr>
            <a:lvl7pPr marL="1255713" indent="-176213"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7pPr>
            <a:lvl8pPr marL="1431925" indent="-176213"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8pPr>
            <a:lvl9pPr marL="1616075" indent="-184150"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9pPr>
          </a:lstStyle>
          <a:p>
            <a:r>
              <a:rPr lang="en-US" dirty="0"/>
              <a:t> </a:t>
            </a:r>
          </a:p>
        </p:txBody>
      </p:sp>
    </p:spTree>
    <p:extLst>
      <p:ext uri="{BB962C8B-B14F-4D97-AF65-F5344CB8AC3E}">
        <p14:creationId xmlns:p14="http://schemas.microsoft.com/office/powerpoint/2010/main" val="149138282"/>
      </p:ext>
    </p:extLst>
  </p:cSld>
  <p:clrMap bg1="lt1" tx1="dk1" bg2="lt2" tx2="dk2" accent1="accent1" accent2="accent2" accent3="accent3" accent4="accent4" accent5="accent5" accent6="accent6" hlink="hlink" folHlink="folHlink"/>
  <p:sldLayoutIdLst>
    <p:sldLayoutId id="2147483649" r:id="rId1"/>
    <p:sldLayoutId id="2147483695" r:id="rId2"/>
    <p:sldLayoutId id="2147483707" r:id="rId3"/>
    <p:sldLayoutId id="2147483696" r:id="rId4"/>
    <p:sldLayoutId id="2147483754" r:id="rId5"/>
    <p:sldLayoutId id="2147483697" r:id="rId6"/>
    <p:sldLayoutId id="2147483755" r:id="rId7"/>
    <p:sldLayoutId id="2147483714" r:id="rId8"/>
    <p:sldLayoutId id="2147483756" r:id="rId9"/>
    <p:sldLayoutId id="2147483678" r:id="rId10"/>
    <p:sldLayoutId id="2147483751" r:id="rId11"/>
    <p:sldLayoutId id="2147483674" r:id="rId12"/>
    <p:sldLayoutId id="2147483709" r:id="rId13"/>
    <p:sldLayoutId id="2147483729" r:id="rId14"/>
    <p:sldLayoutId id="2147483710" r:id="rId15"/>
    <p:sldLayoutId id="2147483748" r:id="rId16"/>
    <p:sldLayoutId id="2147483698" r:id="rId17"/>
    <p:sldLayoutId id="2147483712" r:id="rId18"/>
    <p:sldLayoutId id="2147483715" r:id="rId19"/>
    <p:sldLayoutId id="2147483711" r:id="rId20"/>
    <p:sldLayoutId id="2147483749" r:id="rId21"/>
    <p:sldLayoutId id="2147483727" r:id="rId22"/>
    <p:sldLayoutId id="2147483740" r:id="rId23"/>
    <p:sldLayoutId id="2147483742" r:id="rId24"/>
    <p:sldLayoutId id="2147483741" r:id="rId25"/>
    <p:sldLayoutId id="2147483743" r:id="rId26"/>
    <p:sldLayoutId id="2147483744" r:id="rId27"/>
    <p:sldLayoutId id="2147483745" r:id="rId28"/>
    <p:sldLayoutId id="2147483746" r:id="rId29"/>
    <p:sldLayoutId id="2147483747" r:id="rId30"/>
    <p:sldLayoutId id="2147483752" r:id="rId31"/>
    <p:sldLayoutId id="2147483753" r:id="rId32"/>
    <p:sldLayoutId id="2147483750" r:id="rId33"/>
    <p:sldLayoutId id="2147483692" r:id="rId34"/>
    <p:sldLayoutId id="2147483691" r:id="rId35"/>
    <p:sldLayoutId id="2147483717" r:id="rId36"/>
    <p:sldLayoutId id="2147483704" r:id="rId37"/>
    <p:sldLayoutId id="2147483658" r:id="rId38"/>
  </p:sldLayoutIdLst>
  <p:hf hdr="0" dt="0"/>
  <p:txStyles>
    <p:titleStyle>
      <a:lvl1pPr algn="l" defTabSz="914400" rtl="0" eaLnBrk="1" latinLnBrk="0" hangingPunct="1">
        <a:lnSpc>
          <a:spcPts val="3000"/>
        </a:lnSpc>
        <a:spcBef>
          <a:spcPct val="0"/>
        </a:spcBef>
        <a:buNone/>
        <a:defRPr sz="2400" kern="1200" spc="0" baseline="0">
          <a:solidFill>
            <a:schemeClr val="tx1"/>
          </a:solidFill>
          <a:latin typeface="+mj-lt"/>
          <a:ea typeface="+mj-ea"/>
          <a:cs typeface="+mj-cs"/>
        </a:defRPr>
      </a:lvl1pPr>
    </p:titleStyle>
    <p:bodyStyle>
      <a:lvl1pPr marL="217488" indent="-217488" algn="l" defTabSz="914400" rtl="0" eaLnBrk="1" latinLnBrk="0" hangingPunct="1">
        <a:lnSpc>
          <a:spcPts val="2000"/>
        </a:lnSpc>
        <a:spcBef>
          <a:spcPts val="800"/>
        </a:spcBef>
        <a:spcAft>
          <a:spcPts val="0"/>
        </a:spcAft>
        <a:buFont typeface="Arial" panose="020B0604020202020204" pitchFamily="34" charset="0"/>
        <a:buChar char="•"/>
        <a:defRPr sz="1600" kern="1200" spc="0" baseline="0">
          <a:solidFill>
            <a:schemeClr val="tx1"/>
          </a:solidFill>
          <a:latin typeface="+mn-lt"/>
          <a:ea typeface="+mn-ea"/>
          <a:cs typeface="+mn-cs"/>
        </a:defRPr>
      </a:lvl1pPr>
      <a:lvl2pPr marL="485775" indent="-227013" algn="l" defTabSz="914400" rtl="0" eaLnBrk="1" latinLnBrk="0" hangingPunct="1">
        <a:lnSpc>
          <a:spcPts val="1500"/>
        </a:lnSpc>
        <a:spcBef>
          <a:spcPts val="600"/>
        </a:spcBef>
        <a:spcAft>
          <a:spcPts val="0"/>
        </a:spcAft>
        <a:buFont typeface="Arial" panose="020B0604020202020204" pitchFamily="34" charset="0"/>
        <a:buChar char="•"/>
        <a:tabLst/>
        <a:defRPr sz="1200" kern="1200" spc="0">
          <a:solidFill>
            <a:schemeClr val="tx1"/>
          </a:solidFill>
          <a:latin typeface="+mn-lt"/>
          <a:ea typeface="+mn-ea"/>
          <a:cs typeface="+mn-cs"/>
        </a:defRPr>
      </a:lvl2pPr>
      <a:lvl3pPr marL="719138" indent="-258763" algn="l" defTabSz="914400" rtl="0" eaLnBrk="1" latinLnBrk="0" hangingPunct="1">
        <a:lnSpc>
          <a:spcPts val="1500"/>
        </a:lnSpc>
        <a:spcBef>
          <a:spcPts val="600"/>
        </a:spcBef>
        <a:spcAft>
          <a:spcPts val="0"/>
        </a:spcAft>
        <a:buFont typeface="Arial" panose="020B0604020202020204" pitchFamily="34" charset="0"/>
        <a:buChar char="•"/>
        <a:defRPr sz="1200" kern="1200" spc="0">
          <a:solidFill>
            <a:schemeClr val="tx1"/>
          </a:solidFill>
          <a:latin typeface="+mn-lt"/>
          <a:ea typeface="+mn-ea"/>
          <a:cs typeface="+mn-cs"/>
        </a:defRPr>
      </a:lvl3pPr>
      <a:lvl4pPr marL="989013" indent="-227013" algn="l" defTabSz="914400" rtl="0" eaLnBrk="1" latinLnBrk="0" hangingPunct="1">
        <a:lnSpc>
          <a:spcPts val="1200"/>
        </a:lnSpc>
        <a:spcBef>
          <a:spcPts val="600"/>
        </a:spcBef>
        <a:spcAft>
          <a:spcPts val="0"/>
        </a:spcAft>
        <a:buFont typeface="Arial" panose="020B0604020202020204" pitchFamily="34" charset="0"/>
        <a:buChar char="•"/>
        <a:tabLst/>
        <a:defRPr sz="1000" kern="1200" spc="0">
          <a:solidFill>
            <a:schemeClr val="tx1"/>
          </a:solidFill>
          <a:latin typeface="+mn-lt"/>
          <a:ea typeface="+mn-ea"/>
          <a:cs typeface="+mn-cs"/>
        </a:defRPr>
      </a:lvl4pPr>
      <a:lvl5pPr marL="1258888" indent="-266700" algn="l" defTabSz="914400" rtl="0" eaLnBrk="1" latinLnBrk="0" hangingPunct="1">
        <a:lnSpc>
          <a:spcPts val="1200"/>
        </a:lnSpc>
        <a:spcBef>
          <a:spcPts val="600"/>
        </a:spcBef>
        <a:spcAft>
          <a:spcPts val="0"/>
        </a:spcAft>
        <a:buFont typeface="Arial" panose="020B0604020202020204" pitchFamily="34" charset="0"/>
        <a:buChar char="•"/>
        <a:defRPr sz="1000" kern="1200" spc="0">
          <a:solidFill>
            <a:schemeClr val="tx1"/>
          </a:solidFill>
          <a:latin typeface="+mn-lt"/>
          <a:ea typeface="+mn-ea"/>
          <a:cs typeface="+mn-cs"/>
        </a:defRPr>
      </a:lvl5pPr>
      <a:lvl6pPr marL="1079500" indent="-184150"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6pPr>
      <a:lvl7pPr marL="1255713" indent="-176213"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7pPr>
      <a:lvl8pPr marL="1431925" indent="-176213"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8pPr>
      <a:lvl9pPr marL="1616075" indent="-184150" algn="l" defTabSz="914400" rtl="0" eaLnBrk="1" latinLnBrk="0" hangingPunct="1">
        <a:lnSpc>
          <a:spcPct val="9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5" userDrawn="1">
          <p15:clr>
            <a:srgbClr val="F26B43"/>
          </p15:clr>
        </p15:guide>
        <p15:guide id="2" pos="746" userDrawn="1">
          <p15:clr>
            <a:srgbClr val="C8C8C8"/>
          </p15:clr>
        </p15:guide>
        <p15:guide id="3" pos="826" userDrawn="1">
          <p15:clr>
            <a:srgbClr val="C8C8C8"/>
          </p15:clr>
        </p15:guide>
        <p15:guide id="4" pos="1357" userDrawn="1">
          <p15:clr>
            <a:srgbClr val="C8C8C8"/>
          </p15:clr>
        </p15:guide>
        <p15:guide id="5" pos="1436" userDrawn="1">
          <p15:clr>
            <a:srgbClr val="C8C8C8"/>
          </p15:clr>
        </p15:guide>
        <p15:guide id="6" pos="1968" userDrawn="1">
          <p15:clr>
            <a:srgbClr val="C8C8C8"/>
          </p15:clr>
        </p15:guide>
        <p15:guide id="7" pos="2047" userDrawn="1">
          <p15:clr>
            <a:srgbClr val="C8C8C8"/>
          </p15:clr>
        </p15:guide>
        <p15:guide id="8" pos="2578" userDrawn="1">
          <p15:clr>
            <a:srgbClr val="C8C8C8"/>
          </p15:clr>
        </p15:guide>
        <p15:guide id="9" pos="2658" userDrawn="1">
          <p15:clr>
            <a:srgbClr val="C8C8C8"/>
          </p15:clr>
        </p15:guide>
        <p15:guide id="10" pos="3189" userDrawn="1">
          <p15:clr>
            <a:srgbClr val="C8C8C8"/>
          </p15:clr>
        </p15:guide>
        <p15:guide id="11" pos="3268" userDrawn="1">
          <p15:clr>
            <a:srgbClr val="C8C8C8"/>
          </p15:clr>
        </p15:guide>
        <p15:guide id="12" pos="3800" userDrawn="1">
          <p15:clr>
            <a:srgbClr val="C8C8C8"/>
          </p15:clr>
        </p15:guide>
        <p15:guide id="13" pos="3879" userDrawn="1">
          <p15:clr>
            <a:srgbClr val="C8C8C8"/>
          </p15:clr>
        </p15:guide>
        <p15:guide id="14" pos="4411" userDrawn="1">
          <p15:clr>
            <a:srgbClr val="C8C8C8"/>
          </p15:clr>
        </p15:guide>
        <p15:guide id="15" pos="4490" userDrawn="1">
          <p15:clr>
            <a:srgbClr val="C8C8C8"/>
          </p15:clr>
        </p15:guide>
        <p15:guide id="16" pos="5021" userDrawn="1">
          <p15:clr>
            <a:srgbClr val="C8C8C8"/>
          </p15:clr>
        </p15:guide>
        <p15:guide id="17" pos="5101" userDrawn="1">
          <p15:clr>
            <a:srgbClr val="C8C8C8"/>
          </p15:clr>
        </p15:guide>
        <p15:guide id="18" pos="5632" userDrawn="1">
          <p15:clr>
            <a:srgbClr val="C8C8C8"/>
          </p15:clr>
        </p15:guide>
        <p15:guide id="19" pos="5711" userDrawn="1">
          <p15:clr>
            <a:srgbClr val="C8C8C8"/>
          </p15:clr>
        </p15:guide>
        <p15:guide id="20" pos="6243" userDrawn="1">
          <p15:clr>
            <a:srgbClr val="C8C8C8"/>
          </p15:clr>
        </p15:guide>
        <p15:guide id="21" pos="6322" userDrawn="1">
          <p15:clr>
            <a:srgbClr val="C8C8C8"/>
          </p15:clr>
        </p15:guide>
        <p15:guide id="22" pos="6853" userDrawn="1">
          <p15:clr>
            <a:srgbClr val="C8C8C8"/>
          </p15:clr>
        </p15:guide>
        <p15:guide id="23" pos="6933" userDrawn="1">
          <p15:clr>
            <a:srgbClr val="C8C8C8"/>
          </p15:clr>
        </p15:guide>
        <p15:guide id="24" pos="7464" userDrawn="1">
          <p15:clr>
            <a:srgbClr val="F26B43"/>
          </p15:clr>
        </p15:guide>
        <p15:guide id="25" orient="horz" pos="215" userDrawn="1">
          <p15:clr>
            <a:srgbClr val="F26B43"/>
          </p15:clr>
        </p15:guide>
        <p15:guide id="26" orient="horz" pos="559" userDrawn="1">
          <p15:clr>
            <a:srgbClr val="C8C8C8"/>
          </p15:clr>
        </p15:guide>
        <p15:guide id="27" orient="horz" pos="638" userDrawn="1">
          <p15:clr>
            <a:srgbClr val="C8C8C8"/>
          </p15:clr>
        </p15:guide>
        <p15:guide id="28" orient="horz" pos="982" userDrawn="1">
          <p15:clr>
            <a:srgbClr val="C8C8C8"/>
          </p15:clr>
        </p15:guide>
        <p15:guide id="29" orient="horz" pos="1062" userDrawn="1">
          <p15:clr>
            <a:srgbClr val="C8C8C8"/>
          </p15:clr>
        </p15:guide>
        <p15:guide id="30" orient="horz" pos="1405" userDrawn="1">
          <p15:clr>
            <a:srgbClr val="C8C8C8"/>
          </p15:clr>
        </p15:guide>
        <p15:guide id="31" orient="horz" pos="1485" userDrawn="1">
          <p15:clr>
            <a:srgbClr val="C8C8C8"/>
          </p15:clr>
        </p15:guide>
        <p15:guide id="32" orient="horz" pos="1829" userDrawn="1">
          <p15:clr>
            <a:srgbClr val="C8C8C8"/>
          </p15:clr>
        </p15:guide>
        <p15:guide id="33" orient="horz" pos="1908" userDrawn="1">
          <p15:clr>
            <a:srgbClr val="C8C8C8"/>
          </p15:clr>
        </p15:guide>
        <p15:guide id="34" orient="horz" pos="2252" userDrawn="1">
          <p15:clr>
            <a:srgbClr val="C8C8C8"/>
          </p15:clr>
        </p15:guide>
        <p15:guide id="35" orient="horz" pos="2331" userDrawn="1">
          <p15:clr>
            <a:srgbClr val="C8C8C8"/>
          </p15:clr>
        </p15:guide>
        <p15:guide id="36" orient="horz" pos="2675" userDrawn="1">
          <p15:clr>
            <a:srgbClr val="C8C8C8"/>
          </p15:clr>
        </p15:guide>
        <p15:guide id="37" orient="horz" pos="2755" userDrawn="1">
          <p15:clr>
            <a:srgbClr val="C8C8C8"/>
          </p15:clr>
        </p15:guide>
        <p15:guide id="38" orient="horz" pos="3099" userDrawn="1">
          <p15:clr>
            <a:srgbClr val="C8C8C8"/>
          </p15:clr>
        </p15:guide>
        <p15:guide id="39" orient="horz" pos="3178" userDrawn="1">
          <p15:clr>
            <a:srgbClr val="C8C8C8"/>
          </p15:clr>
        </p15:guide>
        <p15:guide id="40" orient="horz" pos="3522" userDrawn="1">
          <p15:clr>
            <a:srgbClr val="C8C8C8"/>
          </p15:clr>
        </p15:guide>
        <p15:guide id="41" orient="horz" pos="3601" userDrawn="1">
          <p15:clr>
            <a:srgbClr val="C8C8C8"/>
          </p15:clr>
        </p15:guide>
        <p15:guide id="42" orient="horz" pos="394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r>
              <a:t>Bank Product Recommendation Agents</a:t>
            </a:r>
          </a:p>
        </p:txBody>
      </p:sp>
      <p:sp>
        <p:nvSpPr>
          <p:cNvPr id="3" name="Subtitle 2"/>
          <p:cNvSpPr>
            <a:spLocks noGrp="1"/>
          </p:cNvSpPr>
          <p:nvPr>
            <p:ph type="subTitle" idx="1"/>
          </p:nvPr>
        </p:nvSpPr>
        <p:spPr/>
        <p:txBody>
          <a:bodyPr/>
          <a:lstStyle/>
          <a:p>
            <a:pPr/>
            <a:r>
              <a:t>POC on Microsoft Foundry + Azure AI Search</a:t>
            </a:r>
          </a:p>
        </p:txBody>
      </p:sp>
      <p:sp>
        <p:nvSpPr>
          <p:cNvPr id="4" name="Text Placeholder 3"/>
          <p:cNvSpPr>
            <a:spLocks noGrp="1"/>
          </p:cNvSpPr>
          <p:nvPr>
            <p:ph type="body" idx="13" sz="quarter"/>
          </p:nvPr>
        </p:nvSpPr>
        <p:spPr/>
        <p:txBody>
          <a:bodyPr/>
          <a:lstStyle/>
          <a:p>
            <a:pPr/>
            <a:r>
              <a:t>AI Tech Team · September 2026</a:t>
            </a:r>
          </a:p>
        </p:txBody>
      </p:sp>
      <p:sp>
        <p:nvSpPr>
          <p:cNvPr id="7" name="Platshållare för datum 6">
            <a:extLst>
              <a:ext uri="{FF2B5EF4-FFF2-40B4-BE49-F238E27FC236}">
                <a16:creationId xmlns:a16="http://schemas.microsoft.com/office/drawing/2014/main" id="{D5663B02-B92E-DE7E-CBA0-CC03E7971C37}"/>
              </a:ext>
            </a:extLst>
          </p:cNvPr>
          <p:cNvSpPr>
            <a:spLocks noGrp="1"/>
          </p:cNvSpPr>
          <p:nvPr>
            <p:ph type="dt" sz="half" idx="14"/>
          </p:nvPr>
        </p:nvSpPr>
        <p:spPr>
          <a:xfrm>
            <a:off x="6149976" y="6874476"/>
            <a:ext cx="1820862" cy="177162"/>
          </a:xfrm>
        </p:spPr>
        <p:txBody>
          <a:bodyPr vert="horz" lIns="0" tIns="0" rIns="0" bIns="0" rtlCol="0" anchor="t">
            <a:noAutofit/>
          </a:bodyPr>
          <a:lstStyle>
            <a:lvl1pPr>
              <a:defRPr lang="en-US" smtClean="0">
                <a:solidFill>
                  <a:schemeClr val="tx2">
                    <a:alpha val="0"/>
                  </a:schemeClr>
                </a:solidFill>
              </a:defRPr>
            </a:lvl1pPr>
          </a:lstStyle>
          <a:p>
            <a:r>
              <a:rPr lang="en-US"/>
              <a:t>Date</a:t>
            </a:r>
            <a:endParaRPr lang="en-US" dirty="0"/>
          </a:p>
        </p:txBody>
      </p:sp>
      <p:sp>
        <p:nvSpPr>
          <p:cNvPr id="8" name="Platshållare för sidfot 7">
            <a:extLst>
              <a:ext uri="{FF2B5EF4-FFF2-40B4-BE49-F238E27FC236}">
                <a16:creationId xmlns:a16="http://schemas.microsoft.com/office/drawing/2014/main" id="{A891D450-FBC2-2799-313D-A58006FB65CF}"/>
              </a:ext>
            </a:extLst>
          </p:cNvPr>
          <p:cNvSpPr>
            <a:spLocks noGrp="1"/>
          </p:cNvSpPr>
          <p:nvPr>
            <p:ph type="ftr" sz="quarter" idx="15"/>
          </p:nvPr>
        </p:nvSpPr>
        <p:spPr>
          <a:xfrm>
            <a:off x="345267" y="6874477"/>
            <a:ext cx="3751264" cy="177162"/>
          </a:xfrm>
        </p:spPr>
        <p:txBody>
          <a:bodyPr/>
          <a:lstStyle>
            <a:lvl1pPr>
              <a:defRPr>
                <a:solidFill>
                  <a:schemeClr val="tx2">
                    <a:alpha val="0"/>
                  </a:schemeClr>
                </a:solidFill>
              </a:defRPr>
            </a:lvl1pPr>
          </a:lstStyle>
          <a:p>
            <a:r>
              <a:rPr lang="en-US"/>
              <a:t>Internal</a:t>
            </a:r>
            <a:endParaRPr lang="en-US" dirty="0"/>
          </a:p>
        </p:txBody>
      </p:sp>
      <p:sp>
        <p:nvSpPr>
          <p:cNvPr id="9" name="Platshållare för bildnummer 8">
            <a:extLst>
              <a:ext uri="{FF2B5EF4-FFF2-40B4-BE49-F238E27FC236}">
                <a16:creationId xmlns:a16="http://schemas.microsoft.com/office/drawing/2014/main" id="{8E763E8F-9850-507E-F722-1F563D0909A1}"/>
              </a:ext>
            </a:extLst>
          </p:cNvPr>
          <p:cNvSpPr>
            <a:spLocks noGrp="1"/>
          </p:cNvSpPr>
          <p:nvPr>
            <p:ph type="sldNum" sz="quarter" idx="16"/>
          </p:nvPr>
        </p:nvSpPr>
        <p:spPr>
          <a:xfrm>
            <a:off x="10991850" y="6874476"/>
            <a:ext cx="865188" cy="177162"/>
          </a:xfrm>
        </p:spPr>
        <p:txBody>
          <a:bodyPr/>
          <a:lstStyle>
            <a:lvl1pPr>
              <a:defRPr>
                <a:solidFill>
                  <a:schemeClr val="tx2">
                    <a:alpha val="0"/>
                  </a:schemeClr>
                </a:solidFill>
              </a:defRPr>
            </a:lvl1pPr>
          </a:lstStyle>
          <a:p>
            <a:pPr algn="r"/>
            <a:fld id="{AE086683-F536-42AB-ABBC-F4803DFE8DBC}" type="slidenum">
              <a:rPr lang="en-US" smtClean="0"/>
              <a:pPr algn="r"/>
              <a:t>‹#›</a:t>
            </a:fld>
            <a:endParaRPr lang="en-US"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t>What the POC set out to prove</a:t>
            </a:r>
          </a:p>
        </p:txBody>
      </p:sp>
      <p:sp>
        <p:nvSpPr>
          <p:cNvPr id="3" name="Text Placeholder 2"/>
          <p:cNvSpPr>
            <a:spLocks noGrp="1"/>
          </p:cNvSpPr>
          <p:nvPr>
            <p:ph type="body" idx="20" sz="quarter"/>
          </p:nvPr>
        </p:nvSpPr>
        <p:spPr/>
        <p:txBody>
          <a:bodyPr/>
          <a:lstStyle/>
          <a:p>
            <a:pPr/>
            <a:r>
              <a:t>One assistant, many products: a skill per family and a knowledge base anyone can grow.</a:t>
            </a:r>
          </a:p>
        </p:txBody>
      </p:sp>
      <p:sp>
        <p:nvSpPr>
          <p:cNvPr id="5" name="Content Placeholder 4"/>
          <p:cNvSpPr>
            <a:spLocks noGrp="1"/>
          </p:cNvSpPr>
          <p:nvPr>
            <p:ph idx="29" sz="quarter"/>
          </p:nvPr>
        </p:nvSpPr>
        <p:spPr/>
        <p:txBody>
          <a:bodyPr/>
          <a:lstStyle/>
          <a:p>
            <a:pPr/>
            <a:r>
              <a:t>Easy-to-build knowledge base: drop documents or crawl a site section, then ingest</a:t>
            </a:r>
          </a:p>
          <a:p>
            <a:pPr/>
            <a:r>
              <a:t>Skills per product (credit card, debit card, insurance, wealth) as editable files, uploaded and synced to Foundry</a:t>
            </a:r>
          </a:p>
          <a:p>
            <a:pPr/>
            <a:r>
              <a:t>The agent routes each question to a skill and answers only from that skill's documents, with citations</a:t>
            </a:r>
          </a:p>
          <a:p>
            <a:pPr/>
            <a:r>
              <a:t>Everything measured (routing accuracy, cost, latency, retrieval) so the real app can be designed from evidence</a:t>
            </a:r>
          </a:p>
        </p:txBody>
      </p:sp>
      <p:sp>
        <p:nvSpPr>
          <p:cNvPr id="3" name="Date Placeholder 2">
            <a:extLst>
              <a:ext uri="{FF2B5EF4-FFF2-40B4-BE49-F238E27FC236}">
                <a16:creationId xmlns:a16="http://schemas.microsoft.com/office/drawing/2014/main" id="{354917B3-C9E5-5626-5476-26632508A2E8}"/>
              </a:ext>
            </a:extLst>
          </p:cNvPr>
          <p:cNvSpPr>
            <a:spLocks noGrp="1"/>
          </p:cNvSpPr>
          <p:nvPr>
            <p:ph type="dt" sz="half" idx="26"/>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178543AA-9C71-8DA1-D4A5-43ED451E6B55}"/>
              </a:ext>
            </a:extLst>
          </p:cNvPr>
          <p:cNvSpPr>
            <a:spLocks noGrp="1"/>
          </p:cNvSpPr>
          <p:nvPr>
            <p:ph type="ftr" sz="quarter" idx="27"/>
          </p:nvPr>
        </p:nvSpPr>
        <p:spPr/>
        <p:txBody>
          <a:bodyPr/>
          <a:lstStyle/>
          <a:p>
            <a:r>
              <a:rPr lang="en-US"/>
              <a:t>Internal</a:t>
            </a:r>
            <a:endParaRPr lang="en-US" dirty="0"/>
          </a:p>
        </p:txBody>
      </p:sp>
      <p:sp>
        <p:nvSpPr>
          <p:cNvPr id="5" name="Slide Number Placeholder 4">
            <a:extLst>
              <a:ext uri="{FF2B5EF4-FFF2-40B4-BE49-F238E27FC236}">
                <a16:creationId xmlns:a16="http://schemas.microsoft.com/office/drawing/2014/main" id="{CDD15BD9-9AC1-5BC7-FD6D-8087B629CA4B}"/>
              </a:ext>
            </a:extLst>
          </p:cNvPr>
          <p:cNvSpPr>
            <a:spLocks noGrp="1"/>
          </p:cNvSpPr>
          <p:nvPr>
            <p:ph type="sldNum" sz="quarter" idx="28"/>
          </p:nvPr>
        </p:nvSpPr>
        <p:spPr/>
        <p:txBody>
          <a:bodyPr/>
          <a:lstStyle/>
          <a:p>
            <a:pPr algn="r"/>
            <a:fld id="{AE086683-F536-42AB-ABBC-F4803DFE8DBC}" type="slidenum">
              <a:rPr lang="en-US" smtClean="0"/>
              <a:pPr algn="r"/>
              <a:t>‹#›</a:t>
            </a:fld>
            <a:endParaRPr lang="en-U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pPr/>
            <a:r>
              <a:t>Every message: two Foundry agents and one Foundry IQ knowledge base.</a:t>
            </a:r>
          </a:p>
        </p:txBody>
      </p:sp>
      <p:sp>
        <p:nvSpPr>
          <p:cNvPr id="3" name="Title 2"/>
          <p:cNvSpPr>
            <a:spLocks noGrp="1"/>
          </p:cNvSpPr>
          <p:nvPr>
            <p:ph type="title"/>
          </p:nvPr>
        </p:nvSpPr>
        <p:spPr/>
        <p:txBody>
          <a:bodyPr/>
          <a:lstStyle/>
          <a:p>
            <a:pPr/>
            <a:r>
              <a:t>How a question becomes a grounded answer</a:t>
            </a:r>
          </a:p>
        </p:txBody>
      </p:sp>
      <p:sp>
        <p:nvSpPr>
          <p:cNvPr id="3" name="Date Placeholder 2">
            <a:extLst>
              <a:ext uri="{FF2B5EF4-FFF2-40B4-BE49-F238E27FC236}">
                <a16:creationId xmlns:a16="http://schemas.microsoft.com/office/drawing/2014/main" id="{B31066FB-C718-FF06-5282-6913BBA2B9C3}"/>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B295F2CB-C204-7967-EABE-6F4F8D1655EC}"/>
              </a:ext>
            </a:extLst>
          </p:cNvPr>
          <p:cNvSpPr>
            <a:spLocks noGrp="1"/>
          </p:cNvSpPr>
          <p:nvPr>
            <p:ph type="ftr" sz="quarter" idx="11"/>
          </p:nvPr>
        </p:nvSpPr>
        <p:spPr/>
        <p:txBody>
          <a:bodyPr/>
          <a:lstStyle/>
          <a:p>
            <a:r>
              <a:rPr lang="en-US"/>
              <a:t>Internal</a:t>
            </a:r>
            <a:endParaRPr lang="en-US" dirty="0"/>
          </a:p>
        </p:txBody>
      </p:sp>
      <p:sp>
        <p:nvSpPr>
          <p:cNvPr id="5" name="Slide Number Placeholder 4">
            <a:extLst>
              <a:ext uri="{FF2B5EF4-FFF2-40B4-BE49-F238E27FC236}">
                <a16:creationId xmlns:a16="http://schemas.microsoft.com/office/drawing/2014/main" id="{32D53412-1CC6-FE90-1B22-86A23E03D0E4}"/>
              </a:ext>
            </a:extLst>
          </p:cNvPr>
          <p:cNvSpPr>
            <a:spLocks noGrp="1"/>
          </p:cNvSpPr>
          <p:nvPr>
            <p:ph type="sldNum" sz="quarter" idx="12"/>
          </p:nvPr>
        </p:nvSpPr>
        <p:spPr/>
        <p:txBody>
          <a:bodyPr/>
          <a:lstStyle/>
          <a:p>
            <a:pPr algn="r"/>
            <a:fld id="{AE086683-F536-42AB-ABBC-F4803DFE8DBC}" type="slidenum">
              <a:rPr lang="en-US" smtClean="0"/>
              <a:pPr algn="r"/>
              <a:t>‹#›</a:t>
            </a:fld>
            <a:endParaRPr lang="en-US" dirty="0"/>
          </a:p>
        </p:txBody>
      </p:sp>
      <p:sp>
        <p:nvSpPr>
          <p:cNvPr id="6" name="Rounded Rectangle 5"/>
          <p:cNvSpPr/>
          <p:nvPr/>
        </p:nvSpPr>
        <p:spPr>
          <a:xfrm>
            <a:off x="338328" y="2788920"/>
            <a:ext cx="2083003" cy="960120"/>
          </a:xfrm>
          <a:prstGeom prst="roundRect">
            <a:avLst>
              <a:gd name="adj" fmla="val 12000"/>
            </a:avLst>
          </a:prstGeom>
          <a:solidFill>
            <a:srgbClr val="0028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FFFFFF"/>
                </a:solidFill>
                <a:latin typeface="BBL Sans Office Medium"/>
              </a:rPr>
              <a:t>Customer question</a:t>
            </a:r>
          </a:p>
        </p:txBody>
      </p:sp>
      <p:sp>
        <p:nvSpPr>
          <p:cNvPr id="7" name="Isosceles Triangle 6"/>
          <p:cNvSpPr/>
          <p:nvPr/>
        </p:nvSpPr>
        <p:spPr>
          <a:xfrm rot="5400000">
            <a:off x="2476195" y="3186684"/>
            <a:ext cx="164592" cy="164592"/>
          </a:xfrm>
          <a:prstGeom prst="triangle">
            <a:avLst/>
          </a:prstGeom>
          <a:solidFill>
            <a:srgbClr val="939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95651" y="2788920"/>
            <a:ext cx="2083003" cy="960120"/>
          </a:xfrm>
          <a:prstGeom prst="roundRect">
            <a:avLst>
              <a:gd name="adj" fmla="val 12000"/>
            </a:avLst>
          </a:prstGeom>
          <a:solidFill>
            <a:srgbClr val="0028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FFFFFF"/>
                </a:solidFill>
                <a:latin typeface="BBL Sans Office Medium"/>
              </a:rPr>
              <a:t>Router agent picks a skill</a:t>
            </a:r>
          </a:p>
        </p:txBody>
      </p:sp>
      <p:sp>
        <p:nvSpPr>
          <p:cNvPr id="9" name="Isosceles Triangle 8"/>
          <p:cNvSpPr/>
          <p:nvPr/>
        </p:nvSpPr>
        <p:spPr>
          <a:xfrm rot="5400000">
            <a:off x="4833518" y="3186684"/>
            <a:ext cx="164592" cy="164592"/>
          </a:xfrm>
          <a:prstGeom prst="triangle">
            <a:avLst/>
          </a:prstGeom>
          <a:solidFill>
            <a:srgbClr val="939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52974" y="2788920"/>
            <a:ext cx="2083003" cy="960120"/>
          </a:xfrm>
          <a:prstGeom prst="roundRect">
            <a:avLst>
              <a:gd name="adj" fmla="val 12000"/>
            </a:avLst>
          </a:prstGeom>
          <a:solidFill>
            <a:srgbClr val="006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FFFFFF"/>
                </a:solidFill>
                <a:latin typeface="BBL Sans Office Medium"/>
              </a:rPr>
              <a:t>Skill agent (SKILL.md rules)</a:t>
            </a:r>
          </a:p>
        </p:txBody>
      </p:sp>
      <p:sp>
        <p:nvSpPr>
          <p:cNvPr id="11" name="Isosceles Triangle 10"/>
          <p:cNvSpPr/>
          <p:nvPr/>
        </p:nvSpPr>
        <p:spPr>
          <a:xfrm rot="5400000">
            <a:off x="7190841" y="3186684"/>
            <a:ext cx="164592" cy="164592"/>
          </a:xfrm>
          <a:prstGeom prst="triangle">
            <a:avLst/>
          </a:prstGeom>
          <a:solidFill>
            <a:srgbClr val="939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10297" y="2788920"/>
            <a:ext cx="2083003" cy="960120"/>
          </a:xfrm>
          <a:prstGeom prst="roundRect">
            <a:avLst>
              <a:gd name="adj" fmla="val 12000"/>
            </a:avLst>
          </a:prstGeom>
          <a:solidFill>
            <a:srgbClr val="0028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FFFFFF"/>
                </a:solidFill>
                <a:latin typeface="BBL Sans Office Medium"/>
              </a:rPr>
              <a:t>Knowledge base retrieve (MCP)</a:t>
            </a:r>
          </a:p>
        </p:txBody>
      </p:sp>
      <p:sp>
        <p:nvSpPr>
          <p:cNvPr id="13" name="Isosceles Triangle 12"/>
          <p:cNvSpPr/>
          <p:nvPr/>
        </p:nvSpPr>
        <p:spPr>
          <a:xfrm rot="5400000">
            <a:off x="9548164" y="3186684"/>
            <a:ext cx="164592" cy="164592"/>
          </a:xfrm>
          <a:prstGeom prst="triangle">
            <a:avLst/>
          </a:prstGeom>
          <a:solidFill>
            <a:srgbClr val="939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767620" y="2788920"/>
            <a:ext cx="2083003" cy="960120"/>
          </a:xfrm>
          <a:prstGeom prst="roundRect">
            <a:avLst>
              <a:gd name="adj" fmla="val 12000"/>
            </a:avLst>
          </a:prstGeom>
          <a:solidFill>
            <a:srgbClr val="0028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FFFFFF"/>
                </a:solidFill>
                <a:latin typeface="BBL Sans Office Medium"/>
              </a:rPr>
              <a:t>Grounded answer + citations</a:t>
            </a:r>
          </a:p>
        </p:txBody>
      </p:sp>
      <p:sp>
        <p:nvSpPr>
          <p:cNvPr id="15" name="TextBox 14"/>
          <p:cNvSpPr txBox="1"/>
          <p:nvPr/>
        </p:nvSpPr>
        <p:spPr>
          <a:xfrm>
            <a:off x="338328" y="4206240"/>
            <a:ext cx="11430000" cy="822960"/>
          </a:xfrm>
          <a:prstGeom prst="rect">
            <a:avLst/>
          </a:prstGeom>
          <a:noFill/>
        </p:spPr>
        <p:txBody>
          <a:bodyPr wrap="square">
            <a:spAutoFit/>
          </a:bodyPr>
          <a:lstStyle/>
          <a:p>
            <a:pPr algn="l"/>
            <a:r>
              <a:rPr sz="1200">
                <a:solidFill>
                  <a:srgbClr val="000000"/>
                </a:solidFill>
                <a:latin typeface="BBL Sans Office Medium"/>
              </a:rPr>
              <a:t>Language detected per message; the answer and the suggested follow-ups follow it. Session context is kept in a Foundry conversation and rotated every six answers to bound cost.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pPr/>
            <a:r>
              <a:t>Each layer is replaceable; product teams only edit skill and document folders.</a:t>
            </a:r>
          </a:p>
        </p:txBody>
      </p:sp>
      <p:sp>
        <p:nvSpPr>
          <p:cNvPr id="3" name="Title 2"/>
          <p:cNvSpPr>
            <a:spLocks noGrp="1"/>
          </p:cNvSpPr>
          <p:nvPr>
            <p:ph type="title"/>
          </p:nvPr>
        </p:nvSpPr>
        <p:spPr/>
        <p:txBody>
          <a:bodyPr/>
          <a:lstStyle/>
          <a:p>
            <a:pPr/>
            <a:r>
              <a:t>Platform layers</a:t>
            </a:r>
          </a:p>
        </p:txBody>
      </p:sp>
      <p:sp>
        <p:nvSpPr>
          <p:cNvPr id="3" name="Date Placeholder 2">
            <a:extLst>
              <a:ext uri="{FF2B5EF4-FFF2-40B4-BE49-F238E27FC236}">
                <a16:creationId xmlns:a16="http://schemas.microsoft.com/office/drawing/2014/main" id="{B31066FB-C718-FF06-5282-6913BBA2B9C3}"/>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B295F2CB-C204-7967-EABE-6F4F8D1655EC}"/>
              </a:ext>
            </a:extLst>
          </p:cNvPr>
          <p:cNvSpPr>
            <a:spLocks noGrp="1"/>
          </p:cNvSpPr>
          <p:nvPr>
            <p:ph type="ftr" sz="quarter" idx="11"/>
          </p:nvPr>
        </p:nvSpPr>
        <p:spPr/>
        <p:txBody>
          <a:bodyPr/>
          <a:lstStyle/>
          <a:p>
            <a:r>
              <a:rPr lang="en-US"/>
              <a:t>Internal</a:t>
            </a:r>
            <a:endParaRPr lang="en-US" dirty="0"/>
          </a:p>
        </p:txBody>
      </p:sp>
      <p:sp>
        <p:nvSpPr>
          <p:cNvPr id="5" name="Slide Number Placeholder 4">
            <a:extLst>
              <a:ext uri="{FF2B5EF4-FFF2-40B4-BE49-F238E27FC236}">
                <a16:creationId xmlns:a16="http://schemas.microsoft.com/office/drawing/2014/main" id="{32D53412-1CC6-FE90-1B22-86A23E03D0E4}"/>
              </a:ext>
            </a:extLst>
          </p:cNvPr>
          <p:cNvSpPr>
            <a:spLocks noGrp="1"/>
          </p:cNvSpPr>
          <p:nvPr>
            <p:ph type="sldNum" sz="quarter" idx="12"/>
          </p:nvPr>
        </p:nvSpPr>
        <p:spPr/>
        <p:txBody>
          <a:bodyPr/>
          <a:lstStyle/>
          <a:p>
            <a:pPr algn="r"/>
            <a:fld id="{AE086683-F536-42AB-ABBC-F4803DFE8DBC}" type="slidenum">
              <a:rPr lang="en-US" smtClean="0"/>
              <a:pPr algn="r"/>
              <a:t>‹#›</a:t>
            </a:fld>
            <a:endParaRPr lang="en-US" dirty="0"/>
          </a:p>
        </p:txBody>
      </p:sp>
      <p:sp>
        <p:nvSpPr>
          <p:cNvPr id="6" name="Rectangle 5"/>
          <p:cNvSpPr/>
          <p:nvPr/>
        </p:nvSpPr>
        <p:spPr>
          <a:xfrm>
            <a:off x="1463040" y="1783080"/>
            <a:ext cx="9262872" cy="658368"/>
          </a:xfrm>
          <a:prstGeom prst="rect">
            <a:avLst/>
          </a:prstGeom>
          <a:solidFill>
            <a:srgbClr val="E3E3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a:solidFill>
                  <a:srgbClr val="FFFFFF"/>
                </a:solidFill>
                <a:latin typeface="BBL Sans Office Medium"/>
              </a:rPr>
              <a:t/>
            </a:r>
            <a:r>
              <a:rPr sz="1400">
                <a:solidFill>
                  <a:srgbClr val="000000"/>
                </a:solidFill>
                <a:latin typeface="BBL Sans Office Medium"/>
              </a:rPr>
              <a:t>  Front ends</a:t>
            </a:r>
            <a:r>
              <a:rPr sz="1100">
                <a:solidFill>
                  <a:srgbClr val="939399"/>
                </a:solidFill>
                <a:latin typeface="BBL Sans Office"/>
              </a:rPr>
              <a:t>   Mobile-style customer app (streaming chat) and tester Studio</a:t>
            </a:r>
          </a:p>
        </p:txBody>
      </p:sp>
      <p:sp>
        <p:nvSpPr>
          <p:cNvPr id="7" name="Rectangle 6"/>
          <p:cNvSpPr/>
          <p:nvPr/>
        </p:nvSpPr>
        <p:spPr>
          <a:xfrm>
            <a:off x="1463040" y="1783080"/>
            <a:ext cx="73152" cy="658368"/>
          </a:xfrm>
          <a:prstGeom prst="rect">
            <a:avLst/>
          </a:prstGeom>
          <a:solidFill>
            <a:srgbClr val="006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
            </a:r>
          </a:p>
        </p:txBody>
      </p:sp>
      <p:sp>
        <p:nvSpPr>
          <p:cNvPr id="8" name="Rectangle 7"/>
          <p:cNvSpPr/>
          <p:nvPr/>
        </p:nvSpPr>
        <p:spPr>
          <a:xfrm>
            <a:off x="1463040" y="2532888"/>
            <a:ext cx="9262872"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a:solidFill>
                  <a:srgbClr val="FFFFFF"/>
                </a:solidFill>
                <a:latin typeface="BBL Sans Office Medium"/>
              </a:rPr>
              <a:t/>
            </a:r>
            <a:r>
              <a:rPr sz="1400">
                <a:solidFill>
                  <a:srgbClr val="000000"/>
                </a:solidFill>
                <a:latin typeface="BBL Sans Office Medium"/>
              </a:rPr>
              <a:t>  Application API</a:t>
            </a:r>
            <a:r>
              <a:rPr sz="1100">
                <a:solidFill>
                  <a:srgbClr val="939399"/>
                </a:solidFill>
                <a:latin typeface="BBL Sans Office"/>
              </a:rPr>
              <a:t>   FastAPI: sessions in SQLite, routing policy, traces, evals, feedback</a:t>
            </a:r>
          </a:p>
        </p:txBody>
      </p:sp>
      <p:sp>
        <p:nvSpPr>
          <p:cNvPr id="9" name="Rectangle 8"/>
          <p:cNvSpPr/>
          <p:nvPr/>
        </p:nvSpPr>
        <p:spPr>
          <a:xfrm>
            <a:off x="1463040" y="2532888"/>
            <a:ext cx="73152" cy="658368"/>
          </a:xfrm>
          <a:prstGeom prst="rect">
            <a:avLst/>
          </a:prstGeom>
          <a:solidFill>
            <a:srgbClr val="0028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
            </a:r>
          </a:p>
        </p:txBody>
      </p:sp>
      <p:sp>
        <p:nvSpPr>
          <p:cNvPr id="10" name="Rectangle 9"/>
          <p:cNvSpPr/>
          <p:nvPr/>
        </p:nvSpPr>
        <p:spPr>
          <a:xfrm>
            <a:off x="1463040" y="3282696"/>
            <a:ext cx="9262872" cy="658368"/>
          </a:xfrm>
          <a:prstGeom prst="rect">
            <a:avLst/>
          </a:prstGeom>
          <a:solidFill>
            <a:srgbClr val="E3E3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a:solidFill>
                  <a:srgbClr val="FFFFFF"/>
                </a:solidFill>
                <a:latin typeface="BBL Sans Office Medium"/>
              </a:rPr>
              <a:t/>
            </a:r>
            <a:r>
              <a:rPr sz="1400">
                <a:solidFill>
                  <a:srgbClr val="000000"/>
                </a:solidFill>
                <a:latin typeface="BBL Sans Office Medium"/>
              </a:rPr>
              <a:t>  Foundry Agent Service</a:t>
            </a:r>
            <a:r>
              <a:rPr sz="1100">
                <a:solidFill>
                  <a:srgbClr val="939399"/>
                </a:solidFill>
                <a:latin typeface="BBL Sans Office"/>
              </a:rPr>
              <a:t>   bank-router + one versioned prompt agent per skill</a:t>
            </a:r>
          </a:p>
        </p:txBody>
      </p:sp>
      <p:sp>
        <p:nvSpPr>
          <p:cNvPr id="11" name="Rectangle 10"/>
          <p:cNvSpPr/>
          <p:nvPr/>
        </p:nvSpPr>
        <p:spPr>
          <a:xfrm>
            <a:off x="1463040" y="3282696"/>
            <a:ext cx="73152" cy="658368"/>
          </a:xfrm>
          <a:prstGeom prst="rect">
            <a:avLst/>
          </a:prstGeom>
          <a:solidFill>
            <a:srgbClr val="939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
            </a:r>
          </a:p>
        </p:txBody>
      </p:sp>
      <p:sp>
        <p:nvSpPr>
          <p:cNvPr id="12" name="Rectangle 11"/>
          <p:cNvSpPr/>
          <p:nvPr/>
        </p:nvSpPr>
        <p:spPr>
          <a:xfrm>
            <a:off x="1463040" y="4032504"/>
            <a:ext cx="9262872"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a:solidFill>
                  <a:srgbClr val="FFFFFF"/>
                </a:solidFill>
                <a:latin typeface="BBL Sans Office Medium"/>
              </a:rPr>
              <a:t/>
            </a:r>
            <a:r>
              <a:rPr sz="1400">
                <a:solidFill>
                  <a:srgbClr val="000000"/>
                </a:solidFill>
                <a:latin typeface="BBL Sans Office Medium"/>
              </a:rPr>
              <a:t>  Foundry IQ</a:t>
            </a:r>
            <a:r>
              <a:rPr sz="1100">
                <a:solidFill>
                  <a:srgbClr val="939399"/>
                </a:solidFill>
                <a:latin typeface="BBL Sans Office"/>
              </a:rPr>
              <a:t>   Knowledge base + knowledge source per product family (filtered)</a:t>
            </a:r>
          </a:p>
        </p:txBody>
      </p:sp>
      <p:sp>
        <p:nvSpPr>
          <p:cNvPr id="13" name="Rectangle 12"/>
          <p:cNvSpPr/>
          <p:nvPr/>
        </p:nvSpPr>
        <p:spPr>
          <a:xfrm>
            <a:off x="1463040" y="4032504"/>
            <a:ext cx="73152" cy="658368"/>
          </a:xfrm>
          <a:prstGeom prst="rect">
            <a:avLst/>
          </a:prstGeom>
          <a:solidFill>
            <a:srgbClr val="939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
            </a:r>
          </a:p>
        </p:txBody>
      </p:sp>
      <p:sp>
        <p:nvSpPr>
          <p:cNvPr id="14" name="Rectangle 13"/>
          <p:cNvSpPr/>
          <p:nvPr/>
        </p:nvSpPr>
        <p:spPr>
          <a:xfrm>
            <a:off x="1463040" y="4782312"/>
            <a:ext cx="9262872" cy="658368"/>
          </a:xfrm>
          <a:prstGeom prst="rect">
            <a:avLst/>
          </a:prstGeom>
          <a:solidFill>
            <a:srgbClr val="E3E3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a:solidFill>
                  <a:srgbClr val="FFFFFF"/>
                </a:solidFill>
                <a:latin typeface="BBL Sans Office Medium"/>
              </a:rPr>
              <a:t/>
            </a:r>
            <a:r>
              <a:rPr sz="1400">
                <a:solidFill>
                  <a:srgbClr val="000000"/>
                </a:solidFill>
                <a:latin typeface="BBL Sans Office Medium"/>
              </a:rPr>
              <a:t>  Azure AI Search</a:t>
            </a:r>
            <a:r>
              <a:rPr sz="1100">
                <a:solidFill>
                  <a:srgbClr val="939399"/>
                </a:solidFill>
                <a:latin typeface="BBL Sans Office"/>
              </a:rPr>
              <a:t>   One index: Thai analyzer, vectors, semantic ranking</a:t>
            </a:r>
          </a:p>
        </p:txBody>
      </p:sp>
      <p:sp>
        <p:nvSpPr>
          <p:cNvPr id="15" name="Rectangle 14"/>
          <p:cNvSpPr/>
          <p:nvPr/>
        </p:nvSpPr>
        <p:spPr>
          <a:xfrm>
            <a:off x="1463040" y="4782312"/>
            <a:ext cx="73152" cy="658368"/>
          </a:xfrm>
          <a:prstGeom prst="rect">
            <a:avLst/>
          </a:prstGeom>
          <a:solidFill>
            <a:srgbClr val="939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
            </a:r>
          </a:p>
        </p:txBody>
      </p:sp>
      <p:sp>
        <p:nvSpPr>
          <p:cNvPr id="16" name="Rectangle 15"/>
          <p:cNvSpPr/>
          <p:nvPr/>
        </p:nvSpPr>
        <p:spPr>
          <a:xfrm>
            <a:off x="1463040" y="5532120"/>
            <a:ext cx="9262872"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a:solidFill>
                  <a:srgbClr val="FFFFFF"/>
                </a:solidFill>
                <a:latin typeface="BBL Sans Office Medium"/>
              </a:rPr>
              <a:t/>
            </a:r>
            <a:r>
              <a:rPr sz="1400">
                <a:solidFill>
                  <a:srgbClr val="000000"/>
                </a:solidFill>
                <a:latin typeface="BBL Sans Office Medium"/>
              </a:rPr>
              <a:t>  Documents</a:t>
            </a:r>
            <a:r>
              <a:rPr sz="1100">
                <a:solidFill>
                  <a:srgbClr val="939399"/>
                </a:solidFill>
                <a:latin typeface="BBL Sans Office"/>
              </a:rPr>
              <a:t>   knowledge/&lt;category&gt;/ from uploads or the built-in crawler</a:t>
            </a:r>
          </a:p>
        </p:txBody>
      </p:sp>
      <p:sp>
        <p:nvSpPr>
          <p:cNvPr id="17" name="Rectangle 16"/>
          <p:cNvSpPr/>
          <p:nvPr/>
        </p:nvSpPr>
        <p:spPr>
          <a:xfrm>
            <a:off x="1463040" y="5532120"/>
            <a:ext cx="73152" cy="658368"/>
          </a:xfrm>
          <a:prstGeom prst="rect">
            <a:avLst/>
          </a:prstGeom>
          <a:solidFill>
            <a:srgbClr val="939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pPr/>
            <a:r>
              <a:t>Files in, Foundry objects out: nothing is hand-configured in the portal.</a:t>
            </a:r>
          </a:p>
        </p:txBody>
      </p:sp>
      <p:sp>
        <p:nvSpPr>
          <p:cNvPr id="3" name="Title 2"/>
          <p:cNvSpPr>
            <a:spLocks noGrp="1"/>
          </p:cNvSpPr>
          <p:nvPr>
            <p:ph type="title"/>
          </p:nvPr>
        </p:nvSpPr>
        <p:spPr/>
        <p:txBody>
          <a:bodyPr/>
          <a:lstStyle/>
          <a:p>
            <a:pPr/>
            <a:r>
              <a:t>A skill is a folder, a knowledge base is a folder</a:t>
            </a:r>
          </a:p>
        </p:txBody>
      </p:sp>
      <p:sp>
        <p:nvSpPr>
          <p:cNvPr id="3" name="Date Placeholder 2">
            <a:extLst>
              <a:ext uri="{FF2B5EF4-FFF2-40B4-BE49-F238E27FC236}">
                <a16:creationId xmlns:a16="http://schemas.microsoft.com/office/drawing/2014/main" id="{B31066FB-C718-FF06-5282-6913BBA2B9C3}"/>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B295F2CB-C204-7967-EABE-6F4F8D1655EC}"/>
              </a:ext>
            </a:extLst>
          </p:cNvPr>
          <p:cNvSpPr>
            <a:spLocks noGrp="1"/>
          </p:cNvSpPr>
          <p:nvPr>
            <p:ph type="ftr" sz="quarter" idx="11"/>
          </p:nvPr>
        </p:nvSpPr>
        <p:spPr/>
        <p:txBody>
          <a:bodyPr/>
          <a:lstStyle/>
          <a:p>
            <a:r>
              <a:rPr lang="en-US"/>
              <a:t>Internal</a:t>
            </a:r>
            <a:endParaRPr lang="en-US" dirty="0"/>
          </a:p>
        </p:txBody>
      </p:sp>
      <p:sp>
        <p:nvSpPr>
          <p:cNvPr id="5" name="Slide Number Placeholder 4">
            <a:extLst>
              <a:ext uri="{FF2B5EF4-FFF2-40B4-BE49-F238E27FC236}">
                <a16:creationId xmlns:a16="http://schemas.microsoft.com/office/drawing/2014/main" id="{32D53412-1CC6-FE90-1B22-86A23E03D0E4}"/>
              </a:ext>
            </a:extLst>
          </p:cNvPr>
          <p:cNvSpPr>
            <a:spLocks noGrp="1"/>
          </p:cNvSpPr>
          <p:nvPr>
            <p:ph type="sldNum" sz="quarter" idx="12"/>
          </p:nvPr>
        </p:nvSpPr>
        <p:spPr/>
        <p:txBody>
          <a:bodyPr/>
          <a:lstStyle/>
          <a:p>
            <a:pPr algn="r"/>
            <a:fld id="{AE086683-F536-42AB-ABBC-F4803DFE8DBC}" type="slidenum">
              <a:rPr lang="en-US" smtClean="0"/>
              <a:pPr algn="r"/>
              <a:t>‹#›</a:t>
            </a:fld>
            <a:endParaRPr lang="en-US" dirty="0"/>
          </a:p>
        </p:txBody>
      </p:sp>
      <p:cxnSp>
        <p:nvCxnSpPr>
          <p:cNvPr id="6" name="Connector 5"/>
          <p:cNvCxnSpPr/>
          <p:nvPr/>
        </p:nvCxnSpPr>
        <p:spPr>
          <a:xfrm>
            <a:off x="521207" y="3145536"/>
            <a:ext cx="11155681"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338328" y="2971800"/>
            <a:ext cx="356616" cy="356616"/>
          </a:xfrm>
          <a:prstGeom prst="ellipse">
            <a:avLst/>
          </a:prstGeom>
          <a:solidFill>
            <a:srgbClr val="0028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1</a:t>
            </a:r>
          </a:p>
        </p:txBody>
      </p:sp>
      <p:sp>
        <p:nvSpPr>
          <p:cNvPr id="8" name="TextBox 7"/>
          <p:cNvSpPr txBox="1"/>
          <p:nvPr/>
        </p:nvSpPr>
        <p:spPr>
          <a:xfrm>
            <a:off x="347472" y="3639312"/>
            <a:ext cx="2779776" cy="1517904"/>
          </a:xfrm>
          <a:prstGeom prst="rect">
            <a:avLst/>
          </a:prstGeom>
          <a:noFill/>
        </p:spPr>
        <p:txBody>
          <a:bodyPr wrap="square">
            <a:spAutoFit/>
          </a:bodyPr>
          <a:lstStyle/>
          <a:p>
            <a:pPr algn="l"/>
            <a:r>
              <a:rPr sz="1200">
                <a:solidFill>
                  <a:srgbClr val="000000"/>
                </a:solidFill>
                <a:latin typeface="BBL Sans Office Medium"/>
              </a:rPr>
              <a:t>Author</a:t>
            </a:r>
          </a:p>
          <a:p>
            <a:pPr algn="l"/>
            <a:r>
              <a:rPr sz="1100">
                <a:solidFill>
                  <a:srgbClr val="46464D"/>
                </a:solidFill>
                <a:latin typeface="BBL Sans Office"/>
              </a:rPr>
              <a:t>skills/&lt;id&gt;/SKILL.md: name, description, keywords, model, suggestions and the instructions in markdown.</a:t>
            </a:r>
          </a:p>
        </p:txBody>
      </p:sp>
      <p:sp>
        <p:nvSpPr>
          <p:cNvPr id="9" name="Oval 8"/>
          <p:cNvSpPr/>
          <p:nvPr/>
        </p:nvSpPr>
        <p:spPr>
          <a:xfrm>
            <a:off x="3246120" y="2971800"/>
            <a:ext cx="356616" cy="356616"/>
          </a:xfrm>
          <a:prstGeom prst="ellipse">
            <a:avLst/>
          </a:prstGeom>
          <a:solidFill>
            <a:srgbClr val="0028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2</a:t>
            </a:r>
          </a:p>
        </p:txBody>
      </p:sp>
      <p:sp>
        <p:nvSpPr>
          <p:cNvPr id="10" name="TextBox 9"/>
          <p:cNvSpPr txBox="1"/>
          <p:nvPr/>
        </p:nvSpPr>
        <p:spPr>
          <a:xfrm>
            <a:off x="3255263" y="3639312"/>
            <a:ext cx="2779776" cy="1517904"/>
          </a:xfrm>
          <a:prstGeom prst="rect">
            <a:avLst/>
          </a:prstGeom>
          <a:noFill/>
        </p:spPr>
        <p:txBody>
          <a:bodyPr wrap="square">
            <a:spAutoFit/>
          </a:bodyPr>
          <a:lstStyle/>
          <a:p>
            <a:pPr algn="l"/>
            <a:r>
              <a:rPr sz="1200">
                <a:solidFill>
                  <a:srgbClr val="000000"/>
                </a:solidFill>
                <a:latin typeface="BBL Sans Office Medium"/>
              </a:rPr>
              <a:t>Validate</a:t>
            </a:r>
          </a:p>
          <a:p>
            <a:pPr algn="l"/>
            <a:r>
              <a:rPr sz="1100">
                <a:solidFill>
                  <a:srgbClr val="46464D"/>
                </a:solidFill>
                <a:latin typeface="BBL Sans Office"/>
              </a:rPr>
              <a:t>Lint: keyword overlap, bilingual follow-ups, model deployed, documents present.</a:t>
            </a:r>
          </a:p>
        </p:txBody>
      </p:sp>
      <p:sp>
        <p:nvSpPr>
          <p:cNvPr id="11" name="Oval 10"/>
          <p:cNvSpPr/>
          <p:nvPr/>
        </p:nvSpPr>
        <p:spPr>
          <a:xfrm>
            <a:off x="6153912" y="2971800"/>
            <a:ext cx="356616" cy="356616"/>
          </a:xfrm>
          <a:prstGeom prst="ellipse">
            <a:avLst/>
          </a:prstGeom>
          <a:solidFill>
            <a:srgbClr val="006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3</a:t>
            </a:r>
          </a:p>
        </p:txBody>
      </p:sp>
      <p:sp>
        <p:nvSpPr>
          <p:cNvPr id="12" name="TextBox 11"/>
          <p:cNvSpPr txBox="1"/>
          <p:nvPr/>
        </p:nvSpPr>
        <p:spPr>
          <a:xfrm>
            <a:off x="6163056" y="3639312"/>
            <a:ext cx="2779776" cy="1517904"/>
          </a:xfrm>
          <a:prstGeom prst="rect">
            <a:avLst/>
          </a:prstGeom>
          <a:noFill/>
        </p:spPr>
        <p:txBody>
          <a:bodyPr wrap="square">
            <a:spAutoFit/>
          </a:bodyPr>
          <a:lstStyle/>
          <a:p>
            <a:pPr algn="l"/>
            <a:r>
              <a:rPr sz="1200">
                <a:solidFill>
                  <a:srgbClr val="000000"/>
                </a:solidFill>
                <a:latin typeface="BBL Sans Office Medium"/>
              </a:rPr>
              <a:t>Sync</a:t>
            </a:r>
          </a:p>
          <a:p>
            <a:pPr algn="l"/>
            <a:r>
              <a:rPr sz="1100">
                <a:solidFill>
                  <a:srgbClr val="46464D"/>
                </a:solidFill>
                <a:latin typeface="BBL Sans Office"/>
              </a:rPr>
              <a:t>Creates the knowledge source, knowledge base, connection and a new agent version only when the hash changed.</a:t>
            </a:r>
          </a:p>
        </p:txBody>
      </p:sp>
      <p:sp>
        <p:nvSpPr>
          <p:cNvPr id="13" name="Oval 12"/>
          <p:cNvSpPr/>
          <p:nvPr/>
        </p:nvSpPr>
        <p:spPr>
          <a:xfrm>
            <a:off x="9061704" y="2971800"/>
            <a:ext cx="356616" cy="356616"/>
          </a:xfrm>
          <a:prstGeom prst="ellipse">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000000"/>
                </a:solidFill>
                <a:latin typeface="BBL Sans Office Medium"/>
              </a:rPr>
              <a:t>4</a:t>
            </a:r>
          </a:p>
        </p:txBody>
      </p:sp>
      <p:sp>
        <p:nvSpPr>
          <p:cNvPr id="14" name="TextBox 13"/>
          <p:cNvSpPr txBox="1"/>
          <p:nvPr/>
        </p:nvSpPr>
        <p:spPr>
          <a:xfrm>
            <a:off x="9070848" y="3639312"/>
            <a:ext cx="2779776" cy="1517904"/>
          </a:xfrm>
          <a:prstGeom prst="rect">
            <a:avLst/>
          </a:prstGeom>
          <a:noFill/>
        </p:spPr>
        <p:txBody>
          <a:bodyPr wrap="square">
            <a:spAutoFit/>
          </a:bodyPr>
          <a:lstStyle/>
          <a:p>
            <a:pPr algn="l"/>
            <a:r>
              <a:rPr sz="1200">
                <a:solidFill>
                  <a:srgbClr val="000000"/>
                </a:solidFill>
                <a:latin typeface="BBL Sans Office Medium"/>
              </a:rPr>
              <a:t>Evaluate</a:t>
            </a:r>
          </a:p>
          <a:p>
            <a:pPr algn="l"/>
            <a:r>
              <a:rPr sz="1100">
                <a:solidFill>
                  <a:srgbClr val="46464D"/>
                </a:solidFill>
                <a:latin typeface="BBL Sans Office"/>
              </a:rPr>
              <a:t>Routing set, grounded-answer set, model comparison; results stored per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pPr/>
            <a:r>
              <a:t>From a website section or an upload to a filtered knowledge base, incrementally.</a:t>
            </a:r>
          </a:p>
        </p:txBody>
      </p:sp>
      <p:sp>
        <p:nvSpPr>
          <p:cNvPr id="3" name="Title 2"/>
          <p:cNvSpPr>
            <a:spLocks noGrp="1"/>
          </p:cNvSpPr>
          <p:nvPr>
            <p:ph type="title"/>
          </p:nvPr>
        </p:nvSpPr>
        <p:spPr/>
        <p:txBody>
          <a:bodyPr/>
          <a:lstStyle/>
          <a:p>
            <a:pPr/>
            <a:r>
              <a:t>Knowledge pipeline</a:t>
            </a:r>
          </a:p>
        </p:txBody>
      </p:sp>
      <p:sp>
        <p:nvSpPr>
          <p:cNvPr id="3" name="Date Placeholder 2">
            <a:extLst>
              <a:ext uri="{FF2B5EF4-FFF2-40B4-BE49-F238E27FC236}">
                <a16:creationId xmlns:a16="http://schemas.microsoft.com/office/drawing/2014/main" id="{B31066FB-C718-FF06-5282-6913BBA2B9C3}"/>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B295F2CB-C204-7967-EABE-6F4F8D1655EC}"/>
              </a:ext>
            </a:extLst>
          </p:cNvPr>
          <p:cNvSpPr>
            <a:spLocks noGrp="1"/>
          </p:cNvSpPr>
          <p:nvPr>
            <p:ph type="ftr" sz="quarter" idx="11"/>
          </p:nvPr>
        </p:nvSpPr>
        <p:spPr/>
        <p:txBody>
          <a:bodyPr/>
          <a:lstStyle/>
          <a:p>
            <a:r>
              <a:rPr lang="en-US"/>
              <a:t>Internal</a:t>
            </a:r>
            <a:endParaRPr lang="en-US" dirty="0"/>
          </a:p>
        </p:txBody>
      </p:sp>
      <p:sp>
        <p:nvSpPr>
          <p:cNvPr id="5" name="Slide Number Placeholder 4">
            <a:extLst>
              <a:ext uri="{FF2B5EF4-FFF2-40B4-BE49-F238E27FC236}">
                <a16:creationId xmlns:a16="http://schemas.microsoft.com/office/drawing/2014/main" id="{32D53412-1CC6-FE90-1B22-86A23E03D0E4}"/>
              </a:ext>
            </a:extLst>
          </p:cNvPr>
          <p:cNvSpPr>
            <a:spLocks noGrp="1"/>
          </p:cNvSpPr>
          <p:nvPr>
            <p:ph type="sldNum" sz="quarter" idx="12"/>
          </p:nvPr>
        </p:nvSpPr>
        <p:spPr/>
        <p:txBody>
          <a:bodyPr/>
          <a:lstStyle/>
          <a:p>
            <a:pPr algn="r"/>
            <a:fld id="{AE086683-F536-42AB-ABBC-F4803DFE8DBC}" type="slidenum">
              <a:rPr lang="en-US" smtClean="0"/>
              <a:pPr algn="r"/>
              <a:t>‹#›</a:t>
            </a:fld>
            <a:endParaRPr lang="en-US" dirty="0"/>
          </a:p>
        </p:txBody>
      </p:sp>
      <p:cxnSp>
        <p:nvCxnSpPr>
          <p:cNvPr id="6" name="Connector 5"/>
          <p:cNvCxnSpPr/>
          <p:nvPr/>
        </p:nvCxnSpPr>
        <p:spPr>
          <a:xfrm>
            <a:off x="521207" y="3145536"/>
            <a:ext cx="11155681"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338328" y="2971800"/>
            <a:ext cx="356616" cy="356616"/>
          </a:xfrm>
          <a:prstGeom prst="ellipse">
            <a:avLst/>
          </a:prstGeom>
          <a:solidFill>
            <a:srgbClr val="0028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1</a:t>
            </a:r>
          </a:p>
        </p:txBody>
      </p:sp>
      <p:sp>
        <p:nvSpPr>
          <p:cNvPr id="8" name="TextBox 7"/>
          <p:cNvSpPr txBox="1"/>
          <p:nvPr/>
        </p:nvSpPr>
        <p:spPr>
          <a:xfrm>
            <a:off x="347472" y="3639312"/>
            <a:ext cx="2779776" cy="1517904"/>
          </a:xfrm>
          <a:prstGeom prst="rect">
            <a:avLst/>
          </a:prstGeom>
          <a:noFill/>
        </p:spPr>
        <p:txBody>
          <a:bodyPr wrap="square">
            <a:spAutoFit/>
          </a:bodyPr>
          <a:lstStyle/>
          <a:p>
            <a:pPr algn="l"/>
            <a:r>
              <a:rPr sz="1200">
                <a:solidFill>
                  <a:srgbClr val="000000"/>
                </a:solidFill>
                <a:latin typeface="BBL Sans Office Medium"/>
              </a:rPr>
              <a:t>Collect</a:t>
            </a:r>
          </a:p>
          <a:p>
            <a:pPr algn="l"/>
            <a:r>
              <a:rPr sz="1100">
                <a:solidFill>
                  <a:srgbClr val="46464D"/>
                </a:solidFill>
                <a:latin typeface="BBL Sans Office"/>
              </a:rPr>
              <a:t>Built-in crawler (pages + linked PDFs under a URL prefix), drag-and-drop upload, or single URLs.</a:t>
            </a:r>
          </a:p>
        </p:txBody>
      </p:sp>
      <p:sp>
        <p:nvSpPr>
          <p:cNvPr id="9" name="Oval 8"/>
          <p:cNvSpPr/>
          <p:nvPr/>
        </p:nvSpPr>
        <p:spPr>
          <a:xfrm>
            <a:off x="3246120" y="2971800"/>
            <a:ext cx="356616" cy="356616"/>
          </a:xfrm>
          <a:prstGeom prst="ellipse">
            <a:avLst/>
          </a:prstGeom>
          <a:solidFill>
            <a:srgbClr val="0028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2</a:t>
            </a:r>
          </a:p>
        </p:txBody>
      </p:sp>
      <p:sp>
        <p:nvSpPr>
          <p:cNvPr id="10" name="TextBox 9"/>
          <p:cNvSpPr txBox="1"/>
          <p:nvPr/>
        </p:nvSpPr>
        <p:spPr>
          <a:xfrm>
            <a:off x="3255263" y="3639312"/>
            <a:ext cx="2779776" cy="1517904"/>
          </a:xfrm>
          <a:prstGeom prst="rect">
            <a:avLst/>
          </a:prstGeom>
          <a:noFill/>
        </p:spPr>
        <p:txBody>
          <a:bodyPr wrap="square">
            <a:spAutoFit/>
          </a:bodyPr>
          <a:lstStyle/>
          <a:p>
            <a:pPr algn="l"/>
            <a:r>
              <a:rPr sz="1200">
                <a:solidFill>
                  <a:srgbClr val="000000"/>
                </a:solidFill>
                <a:latin typeface="BBL Sans Office Medium"/>
              </a:rPr>
              <a:t>Clean &amp; chunk</a:t>
            </a:r>
          </a:p>
          <a:p>
            <a:pPr algn="l"/>
            <a:r>
              <a:rPr sz="1100">
                <a:solidFill>
                  <a:srgbClr val="46464D"/>
                </a:solidFill>
                <a:latin typeface="BBL Sans Office"/>
              </a:rPr>
              <a:t>Strip site chrome, dedupe, heading-aware chunks of about 450 tokens with a breadcrumb.</a:t>
            </a:r>
          </a:p>
        </p:txBody>
      </p:sp>
      <p:sp>
        <p:nvSpPr>
          <p:cNvPr id="11" name="Oval 10"/>
          <p:cNvSpPr/>
          <p:nvPr/>
        </p:nvSpPr>
        <p:spPr>
          <a:xfrm>
            <a:off x="6153912" y="2971800"/>
            <a:ext cx="356616" cy="356616"/>
          </a:xfrm>
          <a:prstGeom prst="ellipse">
            <a:avLst/>
          </a:prstGeom>
          <a:solidFill>
            <a:srgbClr val="0028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3</a:t>
            </a:r>
          </a:p>
        </p:txBody>
      </p:sp>
      <p:sp>
        <p:nvSpPr>
          <p:cNvPr id="12" name="TextBox 11"/>
          <p:cNvSpPr txBox="1"/>
          <p:nvPr/>
        </p:nvSpPr>
        <p:spPr>
          <a:xfrm>
            <a:off x="6163056" y="3639312"/>
            <a:ext cx="2779776" cy="1517904"/>
          </a:xfrm>
          <a:prstGeom prst="rect">
            <a:avLst/>
          </a:prstGeom>
          <a:noFill/>
        </p:spPr>
        <p:txBody>
          <a:bodyPr wrap="square">
            <a:spAutoFit/>
          </a:bodyPr>
          <a:lstStyle/>
          <a:p>
            <a:pPr algn="l"/>
            <a:r>
              <a:rPr sz="1200">
                <a:solidFill>
                  <a:srgbClr val="000000"/>
                </a:solidFill>
                <a:latin typeface="BBL Sans Office Medium"/>
              </a:rPr>
              <a:t>Embed &amp; index</a:t>
            </a:r>
          </a:p>
          <a:p>
            <a:pPr algn="l"/>
            <a:r>
              <a:rPr sz="1100">
                <a:solidFill>
                  <a:srgbClr val="46464D"/>
                </a:solidFill>
                <a:latin typeface="BBL Sans Office"/>
              </a:rPr>
              <a:t>text-embedding-3-large into one index; only changed files are re-processed.</a:t>
            </a:r>
          </a:p>
        </p:txBody>
      </p:sp>
      <p:sp>
        <p:nvSpPr>
          <p:cNvPr id="13" name="Oval 12"/>
          <p:cNvSpPr/>
          <p:nvPr/>
        </p:nvSpPr>
        <p:spPr>
          <a:xfrm>
            <a:off x="9061704" y="2971800"/>
            <a:ext cx="356616" cy="356616"/>
          </a:xfrm>
          <a:prstGeom prst="ellipse">
            <a:avLst/>
          </a:prstGeom>
          <a:solidFill>
            <a:srgbClr val="006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FFFFFF"/>
                </a:solidFill>
                <a:latin typeface="BBL Sans Office Medium"/>
              </a:rPr>
              <a:t>4</a:t>
            </a:r>
          </a:p>
        </p:txBody>
      </p:sp>
      <p:sp>
        <p:nvSpPr>
          <p:cNvPr id="14" name="TextBox 13"/>
          <p:cNvSpPr txBox="1"/>
          <p:nvPr/>
        </p:nvSpPr>
        <p:spPr>
          <a:xfrm>
            <a:off x="9070848" y="3639312"/>
            <a:ext cx="2779776" cy="1517904"/>
          </a:xfrm>
          <a:prstGeom prst="rect">
            <a:avLst/>
          </a:prstGeom>
          <a:noFill/>
        </p:spPr>
        <p:txBody>
          <a:bodyPr wrap="square">
            <a:spAutoFit/>
          </a:bodyPr>
          <a:lstStyle/>
          <a:p>
            <a:pPr algn="l"/>
            <a:r>
              <a:rPr sz="1200">
                <a:solidFill>
                  <a:srgbClr val="000000"/>
                </a:solidFill>
                <a:latin typeface="BBL Sans Office Medium"/>
              </a:rPr>
              <a:t>Serve</a:t>
            </a:r>
          </a:p>
          <a:p>
            <a:pPr algn="l"/>
            <a:r>
              <a:rPr sz="1100">
                <a:solidFill>
                  <a:srgbClr val="46464D"/>
                </a:solidFill>
                <a:latin typeface="BBL Sans Office"/>
              </a:rPr>
              <a:t>Knowledge source per category (base filter) inside a Foundry IQ knowledge base.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t>What we measured</a:t>
            </a:r>
          </a:p>
        </p:txBody>
      </p:sp>
      <p:sp>
        <p:nvSpPr>
          <p:cNvPr id="3" name="Text Placeholder 2"/>
          <p:cNvSpPr>
            <a:spLocks noGrp="1"/>
          </p:cNvSpPr>
          <p:nvPr>
            <p:ph type="body" idx="14"/>
          </p:nvPr>
        </p:nvSpPr>
        <p:spPr/>
        <p:txBody>
          <a:bodyPr/>
          <a:lstStyle/>
          <a:p>
            <a:pPr/>
            <a:r>
              <a:t>28 / 28</a:t>
            </a:r>
          </a:p>
        </p:txBody>
      </p:sp>
      <p:sp>
        <p:nvSpPr>
          <p:cNvPr id="5" name="Text Placeholder 4"/>
          <p:cNvSpPr>
            <a:spLocks noGrp="1"/>
          </p:cNvSpPr>
          <p:nvPr>
            <p:ph type="body" idx="30"/>
          </p:nvPr>
        </p:nvSpPr>
        <p:spPr/>
        <p:txBody>
          <a:bodyPr/>
          <a:lstStyle/>
          <a:p>
            <a:pPr/>
            <a:r>
              <a:t>$0.008</a:t>
            </a:r>
          </a:p>
        </p:txBody>
      </p:sp>
      <p:sp>
        <p:nvSpPr>
          <p:cNvPr id="7" name="Text Placeholder 6"/>
          <p:cNvSpPr>
            <a:spLocks noGrp="1"/>
          </p:cNvSpPr>
          <p:nvPr>
            <p:ph type="body" idx="33"/>
          </p:nvPr>
        </p:nvSpPr>
        <p:spPr/>
        <p:txBody>
          <a:bodyPr/>
          <a:lstStyle/>
          <a:p>
            <a:pPr/>
            <a:r>
              <a:t>~16k tokens</a:t>
            </a:r>
          </a:p>
        </p:txBody>
      </p:sp>
      <p:sp>
        <p:nvSpPr>
          <p:cNvPr id="9" name="Text Placeholder 8"/>
          <p:cNvSpPr>
            <a:spLocks noGrp="1"/>
          </p:cNvSpPr>
          <p:nvPr>
            <p:ph type="body" idx="36"/>
          </p:nvPr>
        </p:nvSpPr>
        <p:spPr/>
        <p:txBody>
          <a:bodyPr/>
          <a:lstStyle/>
          <a:p>
            <a:pPr/>
            <a:r>
              <a:t>152k -&gt; bounded</a:t>
            </a:r>
          </a:p>
        </p:txBody>
      </p:sp>
      <p:sp>
        <p:nvSpPr>
          <p:cNvPr id="11" name="Content Placeholder 10"/>
          <p:cNvSpPr>
            <a:spLocks noGrp="1"/>
          </p:cNvSpPr>
          <p:nvPr>
            <p:ph idx="48" sz="quarter"/>
          </p:nvPr>
        </p:nvSpPr>
        <p:spPr/>
        <p:txBody>
          <a:bodyPr/>
          <a:lstStyle/>
          <a:p>
            <a:pPr/>
            <a:r>
              <a:t>Routing accuracy on the Thai and English question set; about 2.4 s and $0.0002 per routing call.</a:t>
            </a:r>
          </a:p>
        </p:txBody>
      </p:sp>
      <p:sp>
        <p:nvSpPr>
          <p:cNvPr id="12" name="Content Placeholder 11"/>
          <p:cNvSpPr>
            <a:spLocks noGrp="1"/>
          </p:cNvSpPr>
          <p:nvPr>
            <p:ph idx="49" sz="quarter"/>
          </p:nvPr>
        </p:nvSpPr>
        <p:spPr/>
        <p:txBody>
          <a:bodyPr/>
          <a:lstStyle/>
          <a:p>
            <a:pPr/>
            <a:r>
              <a:t>Cost per grounded answer on gpt-4.1-mini. gpt-5.4-mini was cheaper and faster in the comparison; gpt-5.6-luna cost up to 6x more.</a:t>
            </a:r>
          </a:p>
        </p:txBody>
      </p:sp>
      <p:sp>
        <p:nvSpPr>
          <p:cNvPr id="13" name="Content Placeholder 12"/>
          <p:cNvSpPr>
            <a:spLocks noGrp="1"/>
          </p:cNvSpPr>
          <p:nvPr>
            <p:ph idx="50" sz="quarter"/>
          </p:nvPr>
        </p:nvSpPr>
        <p:spPr/>
        <p:txBody>
          <a:bodyPr/>
          <a:lstStyle/>
          <a:p>
            <a:pPr/>
            <a:r>
              <a:t>Retrieval context returned per knowledge-base call regardless of top-K; Thai text arrives JSON-escaped, which inflates tokens.</a:t>
            </a:r>
          </a:p>
        </p:txBody>
      </p:sp>
      <p:sp>
        <p:nvSpPr>
          <p:cNvPr id="14" name="Content Placeholder 13"/>
          <p:cNvSpPr>
            <a:spLocks noGrp="1"/>
          </p:cNvSpPr>
          <p:nvPr>
            <p:ph idx="51" sz="quarter"/>
          </p:nvPr>
        </p:nvSpPr>
        <p:spPr/>
        <p:txBody>
          <a:bodyPr/>
          <a:lstStyle/>
          <a:p>
            <a:pPr/>
            <a:r>
              <a:t>Input tokens of one late-session answer before conversation rotation; now capped by rotating the conversation every six answers.</a:t>
            </a:r>
          </a:p>
        </p:txBody>
      </p:sp>
      <p:sp>
        <p:nvSpPr>
          <p:cNvPr id="15" name="Text Placeholder 14"/>
          <p:cNvSpPr>
            <a:spLocks noGrp="1"/>
          </p:cNvSpPr>
          <p:nvPr>
            <p:ph type="body" idx="24" sz="quarter"/>
          </p:nvPr>
        </p:nvSpPr>
        <p:spPr/>
        <p:txBody>
          <a:bodyPr/>
          <a:lstStyle/>
          <a:p>
            <a:pPr/>
            <a:r>
              <a:t>Source: Studio evals and per-turn traces, 6 Sep 2026; list prices.</a:t>
            </a:r>
          </a:p>
        </p:txBody>
      </p:sp>
      <p:sp>
        <p:nvSpPr>
          <p:cNvPr id="5" name="Date Placeholder 4">
            <a:extLst>
              <a:ext uri="{FF2B5EF4-FFF2-40B4-BE49-F238E27FC236}">
                <a16:creationId xmlns:a16="http://schemas.microsoft.com/office/drawing/2014/main" id="{44441BFC-58FC-20C5-545B-0B1382488ED3}"/>
              </a:ext>
            </a:extLst>
          </p:cNvPr>
          <p:cNvSpPr>
            <a:spLocks noGrp="1"/>
          </p:cNvSpPr>
          <p:nvPr>
            <p:ph type="dt" sz="half" idx="43"/>
          </p:nvPr>
        </p:nvSpPr>
        <p:spPr/>
        <p:txBody>
          <a:bodyPr/>
          <a:lstStyle/>
          <a:p>
            <a:r>
              <a:rPr lang="en-US"/>
              <a:t>Date</a:t>
            </a:r>
            <a:endParaRPr lang="en-US" dirty="0"/>
          </a:p>
        </p:txBody>
      </p:sp>
      <p:sp>
        <p:nvSpPr>
          <p:cNvPr id="16" name="Footer Placeholder 15">
            <a:extLst>
              <a:ext uri="{FF2B5EF4-FFF2-40B4-BE49-F238E27FC236}">
                <a16:creationId xmlns:a16="http://schemas.microsoft.com/office/drawing/2014/main" id="{56B01424-6894-AD4A-B6C1-32169BD26DBF}"/>
              </a:ext>
            </a:extLst>
          </p:cNvPr>
          <p:cNvSpPr>
            <a:spLocks noGrp="1"/>
          </p:cNvSpPr>
          <p:nvPr>
            <p:ph type="ftr" sz="quarter" idx="44"/>
          </p:nvPr>
        </p:nvSpPr>
        <p:spPr/>
        <p:txBody>
          <a:bodyPr/>
          <a:lstStyle/>
          <a:p>
            <a:r>
              <a:rPr lang="en-US"/>
              <a:t>Internal</a:t>
            </a:r>
            <a:endParaRPr lang="en-US" dirty="0"/>
          </a:p>
        </p:txBody>
      </p:sp>
      <p:sp>
        <p:nvSpPr>
          <p:cNvPr id="18" name="Slide Number Placeholder 17">
            <a:extLst>
              <a:ext uri="{FF2B5EF4-FFF2-40B4-BE49-F238E27FC236}">
                <a16:creationId xmlns:a16="http://schemas.microsoft.com/office/drawing/2014/main" id="{B50ADF1B-1914-9FB2-E7A4-2C8AC1A56105}"/>
              </a:ext>
            </a:extLst>
          </p:cNvPr>
          <p:cNvSpPr>
            <a:spLocks noGrp="1"/>
          </p:cNvSpPr>
          <p:nvPr>
            <p:ph type="sldNum" sz="quarter" idx="45"/>
          </p:nvPr>
        </p:nvSpPr>
        <p:spPr/>
        <p:txBody>
          <a:bodyPr/>
          <a:lstStyle/>
          <a:p>
            <a:pPr algn="r"/>
            <a:fld id="{AE086683-F536-42AB-ABBC-F4803DFE8DBC}" type="slidenum">
              <a:rPr lang="en-US" smtClean="0"/>
              <a:pPr algn="r"/>
              <a:t>‹#›</a:t>
            </a:fld>
            <a:endParaRPr lang="en-US"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pPr/>
            <a:r>
              <a:t>What worked, and what production must do differently.</a:t>
            </a:r>
          </a:p>
        </p:txBody>
      </p:sp>
      <p:sp>
        <p:nvSpPr>
          <p:cNvPr id="3" name="Title 2"/>
          <p:cNvSpPr>
            <a:spLocks noGrp="1"/>
          </p:cNvSpPr>
          <p:nvPr>
            <p:ph type="title"/>
          </p:nvPr>
        </p:nvSpPr>
        <p:spPr/>
        <p:txBody>
          <a:bodyPr/>
          <a:lstStyle/>
          <a:p>
            <a:pPr/>
            <a:r>
              <a:t>Findings that shape the real app</a:t>
            </a:r>
          </a:p>
        </p:txBody>
      </p:sp>
      <p:sp>
        <p:nvSpPr>
          <p:cNvPr id="4" name="Content Placeholder 3"/>
          <p:cNvSpPr>
            <a:spLocks noGrp="1"/>
          </p:cNvSpPr>
          <p:nvPr>
            <p:ph idx="29" sz="quarter"/>
          </p:nvPr>
        </p:nvSpPr>
        <p:spPr/>
        <p:txBody>
          <a:bodyPr/>
          <a:lstStyle/>
          <a:p>
            <a:pPr/>
            <a:r>
              <a:t>Worked as designed</a:t>
            </a:r>
          </a:p>
          <a:p>
            <a:pPr lvl="1"/>
            <a:r>
              <a:t>Skill folder = agent version; idempotent sync; portal visibility</a:t>
            </a:r>
          </a:p>
          <a:p>
            <a:pPr lvl="1"/>
            <a:r>
              <a:t>Foundry IQ retrieval with citations; strict grounding ('not in the knowledge base' instead of guessing)</a:t>
            </a:r>
          </a:p>
          <a:p>
            <a:pPr lvl="1"/>
            <a:r>
              <a:t>Streaming, persistent sessions, follow-ups after restarts</a:t>
            </a:r>
          </a:p>
          <a:p>
            <a:pPr lvl="1"/>
            <a:r>
              <a:t>Testers can do everything from Studio without engineers</a:t>
            </a:r>
          </a:p>
        </p:txBody>
      </p:sp>
      <p:sp>
        <p:nvSpPr>
          <p:cNvPr id="5" name="Content Placeholder 4"/>
          <p:cNvSpPr>
            <a:spLocks noGrp="1"/>
          </p:cNvSpPr>
          <p:nvPr>
            <p:ph idx="30" sz="quarter"/>
          </p:nvPr>
        </p:nvSpPr>
        <p:spPr/>
        <p:txBody>
          <a:bodyPr/>
          <a:lstStyle/>
          <a:p>
            <a:pPr/>
            <a:r>
              <a:t>Must change for production</a:t>
            </a:r>
          </a:p>
          <a:p>
            <a:pPr lvl="1"/>
            <a:r>
              <a:t>Basic+ search tier and managed identities (Free tier: 3 knowledge sources, key-based access)</a:t>
            </a:r>
          </a:p>
          <a:p>
            <a:pPr lvl="1"/>
            <a:r>
              <a:t>Answer consistency: chunk by product and validity year; two-step retrieval (identify card, then retrieve)</a:t>
            </a:r>
          </a:p>
          <a:p>
            <a:pPr lvl="1"/>
            <a:r>
              <a:t>Small fast models on skill agents; larger models only for review steps</a:t>
            </a:r>
          </a:p>
          <a:p>
            <a:pPr lvl="1"/>
            <a:r>
              <a:t>Grounded-answer evals with exact expected figures after every change</a:t>
            </a:r>
          </a:p>
        </p:txBody>
      </p:sp>
      <p:sp>
        <p:nvSpPr>
          <p:cNvPr id="3" name="Date Placeholder 2">
            <a:extLst>
              <a:ext uri="{FF2B5EF4-FFF2-40B4-BE49-F238E27FC236}">
                <a16:creationId xmlns:a16="http://schemas.microsoft.com/office/drawing/2014/main" id="{BB6C8943-65EC-4C53-2757-90C7D52CC876}"/>
              </a:ext>
            </a:extLst>
          </p:cNvPr>
          <p:cNvSpPr>
            <a:spLocks noGrp="1"/>
          </p:cNvSpPr>
          <p:nvPr>
            <p:ph type="dt" sz="half" idx="24"/>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D47E5241-5222-B7CD-133D-51A32D71B1C0}"/>
              </a:ext>
            </a:extLst>
          </p:cNvPr>
          <p:cNvSpPr>
            <a:spLocks noGrp="1"/>
          </p:cNvSpPr>
          <p:nvPr>
            <p:ph type="ftr" sz="quarter" idx="25"/>
          </p:nvPr>
        </p:nvSpPr>
        <p:spPr/>
        <p:txBody>
          <a:bodyPr/>
          <a:lstStyle/>
          <a:p>
            <a:r>
              <a:rPr lang="en-US"/>
              <a:t>Internal</a:t>
            </a:r>
            <a:endParaRPr lang="en-US" dirty="0"/>
          </a:p>
        </p:txBody>
      </p:sp>
      <p:sp>
        <p:nvSpPr>
          <p:cNvPr id="5" name="Slide Number Placeholder 4">
            <a:extLst>
              <a:ext uri="{FF2B5EF4-FFF2-40B4-BE49-F238E27FC236}">
                <a16:creationId xmlns:a16="http://schemas.microsoft.com/office/drawing/2014/main" id="{536A8168-CE73-CEEF-9DA4-347838354378}"/>
              </a:ext>
            </a:extLst>
          </p:cNvPr>
          <p:cNvSpPr>
            <a:spLocks noGrp="1"/>
          </p:cNvSpPr>
          <p:nvPr>
            <p:ph type="sldNum" sz="quarter" idx="26"/>
          </p:nvPr>
        </p:nvSpPr>
        <p:spPr/>
        <p:txBody>
          <a:bodyPr/>
          <a:lstStyle/>
          <a:p>
            <a:pPr algn="r"/>
            <a:fld id="{AE086683-F536-42AB-ABBC-F4803DFE8DBC}" type="slidenum">
              <a:rPr lang="en-US" smtClean="0"/>
              <a:pPr algn="r"/>
              <a:t>‹#›</a:t>
            </a:fld>
            <a:endParaRPr lang="en-US"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pPr/>
            <a:r>
              <a:t>From POC to a pilot-ready knowledge system.</a:t>
            </a:r>
          </a:p>
        </p:txBody>
      </p:sp>
      <p:sp>
        <p:nvSpPr>
          <p:cNvPr id="3" name="Title 2"/>
          <p:cNvSpPr>
            <a:spLocks noGrp="1"/>
          </p:cNvSpPr>
          <p:nvPr>
            <p:ph type="title"/>
          </p:nvPr>
        </p:nvSpPr>
        <p:spPr/>
        <p:txBody>
          <a:bodyPr/>
          <a:lstStyle/>
          <a:p>
            <a:pPr/>
            <a:r>
              <a:t>Suggested next steps</a:t>
            </a:r>
          </a:p>
        </p:txBody>
      </p:sp>
      <p:sp>
        <p:nvSpPr>
          <p:cNvPr id="3" name="Date Placeholder 2">
            <a:extLst>
              <a:ext uri="{FF2B5EF4-FFF2-40B4-BE49-F238E27FC236}">
                <a16:creationId xmlns:a16="http://schemas.microsoft.com/office/drawing/2014/main" id="{B31066FB-C718-FF06-5282-6913BBA2B9C3}"/>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B295F2CB-C204-7967-EABE-6F4F8D1655EC}"/>
              </a:ext>
            </a:extLst>
          </p:cNvPr>
          <p:cNvSpPr>
            <a:spLocks noGrp="1"/>
          </p:cNvSpPr>
          <p:nvPr>
            <p:ph type="ftr" sz="quarter" idx="11"/>
          </p:nvPr>
        </p:nvSpPr>
        <p:spPr/>
        <p:txBody>
          <a:bodyPr/>
          <a:lstStyle/>
          <a:p>
            <a:r>
              <a:rPr lang="en-US"/>
              <a:t>Internal</a:t>
            </a:r>
            <a:endParaRPr lang="en-US" dirty="0"/>
          </a:p>
        </p:txBody>
      </p:sp>
      <p:sp>
        <p:nvSpPr>
          <p:cNvPr id="5" name="Slide Number Placeholder 4">
            <a:extLst>
              <a:ext uri="{FF2B5EF4-FFF2-40B4-BE49-F238E27FC236}">
                <a16:creationId xmlns:a16="http://schemas.microsoft.com/office/drawing/2014/main" id="{32D53412-1CC6-FE90-1B22-86A23E03D0E4}"/>
              </a:ext>
            </a:extLst>
          </p:cNvPr>
          <p:cNvSpPr>
            <a:spLocks noGrp="1"/>
          </p:cNvSpPr>
          <p:nvPr>
            <p:ph type="sldNum" sz="quarter" idx="12"/>
          </p:nvPr>
        </p:nvSpPr>
        <p:spPr/>
        <p:txBody>
          <a:bodyPr/>
          <a:lstStyle/>
          <a:p>
            <a:pPr algn="r"/>
            <a:fld id="{AE086683-F536-42AB-ABBC-F4803DFE8DBC}" type="slidenum">
              <a:rPr lang="en-US" smtClean="0"/>
              <a:pPr algn="r"/>
              <a:t>‹#›</a:t>
            </a:fld>
            <a:endParaRPr lang="en-US" dirty="0"/>
          </a:p>
        </p:txBody>
      </p:sp>
      <p:cxnSp>
        <p:nvCxnSpPr>
          <p:cNvPr id="6" name="Connector 5"/>
          <p:cNvCxnSpPr/>
          <p:nvPr/>
        </p:nvCxnSpPr>
        <p:spPr>
          <a:xfrm>
            <a:off x="0" y="3566160"/>
            <a:ext cx="11850624"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3566160"/>
            <a:ext cx="0" cy="27432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207008" y="3895344"/>
            <a:ext cx="1801368" cy="822960"/>
          </a:xfrm>
          <a:prstGeom prst="rect">
            <a:avLst/>
          </a:prstGeom>
          <a:noFill/>
        </p:spPr>
        <p:txBody>
          <a:bodyPr wrap="square">
            <a:spAutoFit/>
          </a:bodyPr>
          <a:lstStyle/>
          <a:p>
            <a:pPr algn="l"/>
            <a:r>
              <a:rPr sz="1200">
                <a:solidFill>
                  <a:srgbClr val="000000"/>
                </a:solidFill>
                <a:latin typeface="BBL Sans Office Medium"/>
              </a:rPr>
              <a:t>Now</a:t>
            </a:r>
          </a:p>
          <a:p>
            <a:pPr algn="l"/>
            <a:r>
              <a:rPr sz="1100">
                <a:solidFill>
                  <a:srgbClr val="46464D"/>
                </a:solidFill>
                <a:latin typeface="BBL Sans Office"/>
              </a:rPr>
              <a:t>POC complete: 4 product families, Studio, evals</a:t>
            </a:r>
          </a:p>
        </p:txBody>
      </p:sp>
      <p:cxnSp>
        <p:nvCxnSpPr>
          <p:cNvPr id="9" name="Connector 8"/>
          <p:cNvCxnSpPr/>
          <p:nvPr/>
        </p:nvCxnSpPr>
        <p:spPr>
          <a:xfrm>
            <a:off x="3127248" y="2779776"/>
            <a:ext cx="0" cy="78638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145536" y="2834639"/>
            <a:ext cx="1801368" cy="822960"/>
          </a:xfrm>
          <a:prstGeom prst="rect">
            <a:avLst/>
          </a:prstGeom>
          <a:noFill/>
        </p:spPr>
        <p:txBody>
          <a:bodyPr wrap="square">
            <a:spAutoFit/>
          </a:bodyPr>
          <a:lstStyle/>
          <a:p>
            <a:pPr algn="l"/>
            <a:r>
              <a:rPr sz="1200">
                <a:solidFill>
                  <a:srgbClr val="000000"/>
                </a:solidFill>
                <a:latin typeface="BBL Sans Office Medium"/>
              </a:rPr>
              <a:t>Next month</a:t>
            </a:r>
          </a:p>
          <a:p>
            <a:pPr algn="l"/>
            <a:r>
              <a:rPr sz="1100">
                <a:solidFill>
                  <a:srgbClr val="46464D"/>
                </a:solidFill>
                <a:latin typeface="BBL Sans Office"/>
              </a:rPr>
              <a:t>Basic tier, managed identity, product-aware chunking</a:t>
            </a:r>
          </a:p>
        </p:txBody>
      </p:sp>
      <p:cxnSp>
        <p:nvCxnSpPr>
          <p:cNvPr id="11" name="Connector 10"/>
          <p:cNvCxnSpPr/>
          <p:nvPr/>
        </p:nvCxnSpPr>
        <p:spPr>
          <a:xfrm>
            <a:off x="5065776" y="3566160"/>
            <a:ext cx="0" cy="27432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84064" y="3895344"/>
            <a:ext cx="1801368" cy="822960"/>
          </a:xfrm>
          <a:prstGeom prst="rect">
            <a:avLst/>
          </a:prstGeom>
          <a:noFill/>
        </p:spPr>
        <p:txBody>
          <a:bodyPr wrap="square">
            <a:spAutoFit/>
          </a:bodyPr>
          <a:lstStyle/>
          <a:p>
            <a:pPr algn="l"/>
            <a:r>
              <a:rPr sz="1200">
                <a:solidFill>
                  <a:srgbClr val="000000"/>
                </a:solidFill>
                <a:latin typeface="BBL Sans Office Medium"/>
              </a:rPr>
              <a:t>Quarter</a:t>
            </a:r>
          </a:p>
          <a:p>
            <a:pPr algn="l"/>
            <a:r>
              <a:rPr sz="1100">
                <a:solidFill>
                  <a:srgbClr val="46464D"/>
                </a:solidFill>
                <a:latin typeface="BBL Sans Office"/>
              </a:rPr>
              <a:t>Blob knowledge sources, skills in git with CI sync</a:t>
            </a:r>
          </a:p>
        </p:txBody>
      </p:sp>
      <p:cxnSp>
        <p:nvCxnSpPr>
          <p:cNvPr id="13" name="Connector 12"/>
          <p:cNvCxnSpPr/>
          <p:nvPr/>
        </p:nvCxnSpPr>
        <p:spPr>
          <a:xfrm>
            <a:off x="7004304" y="2779776"/>
            <a:ext cx="0" cy="78638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022592" y="2834639"/>
            <a:ext cx="1801368" cy="822960"/>
          </a:xfrm>
          <a:prstGeom prst="rect">
            <a:avLst/>
          </a:prstGeom>
          <a:noFill/>
        </p:spPr>
        <p:txBody>
          <a:bodyPr wrap="square">
            <a:spAutoFit/>
          </a:bodyPr>
          <a:lstStyle/>
          <a:p>
            <a:pPr algn="l"/>
            <a:r>
              <a:rPr sz="1200">
                <a:solidFill>
                  <a:srgbClr val="000000"/>
                </a:solidFill>
                <a:latin typeface="BBL Sans Office Medium"/>
              </a:rPr>
              <a:t>Pilot</a:t>
            </a:r>
          </a:p>
          <a:p>
            <a:pPr algn="l"/>
            <a:r>
              <a:rPr sz="1100">
                <a:solidFill>
                  <a:srgbClr val="46464D"/>
                </a:solidFill>
                <a:latin typeface="BBL Sans Office"/>
              </a:rPr>
              <a:t>Contact-centre pilot with feedback and cost dashboard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t>Thank you</a:t>
            </a:r>
          </a:p>
        </p:txBody>
      </p:sp>
      <p:sp>
        <p:nvSpPr>
          <p:cNvPr id="3" name="Text Placeholder 2"/>
          <p:cNvSpPr>
            <a:spLocks noGrp="1"/>
          </p:cNvSpPr>
          <p:nvPr>
            <p:ph type="body" idx="20" sz="quarter"/>
          </p:nvPr>
        </p:nvSpPr>
        <p:spPr/>
        <p:txBody>
          <a:bodyPr/>
          <a:lstStyle/>
          <a:p>
            <a:pPr/>
            <a:r>
              <a:t>Repository</a:t>
            </a:r>
          </a:p>
          <a:p>
            <a:pPr lvl="1"/>
            <a:r>
              <a:t>github.com/chanthaphan/agentic-rag-poc (private)</a:t>
            </a:r>
          </a:p>
        </p:txBody>
      </p:sp>
      <p:sp>
        <p:nvSpPr>
          <p:cNvPr id="4" name="Text Placeholder 3"/>
          <p:cNvSpPr>
            <a:spLocks noGrp="1"/>
          </p:cNvSpPr>
          <p:nvPr>
            <p:ph type="body" idx="21" sz="quarter"/>
          </p:nvPr>
        </p:nvSpPr>
        <p:spPr/>
        <p:txBody>
          <a:bodyPr/>
          <a:lstStyle/>
          <a:p>
            <a:pPr/>
            <a:r>
              <a:t>Docs</a:t>
            </a:r>
          </a:p>
          <a:p>
            <a:pPr lvl="1"/>
            <a:r>
              <a:t>docs/architecture.md · docs/decisions.md · docs/findings-for-real-app.md</a:t>
            </a:r>
          </a:p>
        </p:txBody>
      </p:sp>
      <p:sp>
        <p:nvSpPr>
          <p:cNvPr id="5" name="Text Placeholder 4"/>
          <p:cNvSpPr>
            <a:spLocks noGrp="1"/>
          </p:cNvSpPr>
          <p:nvPr>
            <p:ph type="body" idx="22" sz="quarter"/>
          </p:nvPr>
        </p:nvSpPr>
        <p:spPr/>
        <p:txBody>
          <a:bodyPr/>
          <a:lstStyle/>
          <a:p>
            <a:pPr/>
            <a:r>
              <a:t>Contact</a:t>
            </a:r>
          </a:p>
          <a:p>
            <a:pPr lvl="1"/>
            <a:r>
              <a:t>Atthawut Chanthaphan</a:t>
            </a:r>
          </a:p>
        </p:txBody>
      </p:sp>
      <p:sp>
        <p:nvSpPr>
          <p:cNvPr id="6" name="Date Placeholder 5">
            <a:extLst>
              <a:ext uri="{FF2B5EF4-FFF2-40B4-BE49-F238E27FC236}">
                <a16:creationId xmlns:a16="http://schemas.microsoft.com/office/drawing/2014/main" id="{2E00893D-F44C-4ECF-4E17-40DE0AF537FC}"/>
              </a:ext>
            </a:extLst>
          </p:cNvPr>
          <p:cNvSpPr>
            <a:spLocks noGrp="1"/>
          </p:cNvSpPr>
          <p:nvPr>
            <p:ph type="dt" sz="half" idx="23"/>
          </p:nvPr>
        </p:nvSpPr>
        <p:spPr>
          <a:xfrm>
            <a:off x="4230190" y="6876668"/>
            <a:ext cx="832349" cy="177162"/>
          </a:xfrm>
        </p:spPr>
        <p:txBody>
          <a:bodyPr/>
          <a:lstStyle>
            <a:lvl1pPr>
              <a:defRPr>
                <a:solidFill>
                  <a:srgbClr val="505055">
                    <a:alpha val="0"/>
                  </a:srgbClr>
                </a:solidFill>
              </a:defRPr>
            </a:lvl1pPr>
          </a:lstStyle>
          <a:p>
            <a:r>
              <a:rPr lang="en-US"/>
              <a:t>Date</a:t>
            </a:r>
            <a:endParaRPr lang="en-US" dirty="0"/>
          </a:p>
        </p:txBody>
      </p:sp>
      <p:sp>
        <p:nvSpPr>
          <p:cNvPr id="23" name="Footer Placeholder 22">
            <a:extLst>
              <a:ext uri="{FF2B5EF4-FFF2-40B4-BE49-F238E27FC236}">
                <a16:creationId xmlns:a16="http://schemas.microsoft.com/office/drawing/2014/main" id="{1123AF0F-17F3-9430-2FE8-723A9D575248}"/>
              </a:ext>
            </a:extLst>
          </p:cNvPr>
          <p:cNvSpPr>
            <a:spLocks noGrp="1"/>
          </p:cNvSpPr>
          <p:nvPr>
            <p:ph type="ftr" sz="quarter" idx="24"/>
          </p:nvPr>
        </p:nvSpPr>
        <p:spPr>
          <a:xfrm>
            <a:off x="6159499" y="6876668"/>
            <a:ext cx="3751264" cy="177162"/>
          </a:xfrm>
        </p:spPr>
        <p:txBody>
          <a:bodyPr/>
          <a:lstStyle>
            <a:lvl1pPr>
              <a:defRPr>
                <a:solidFill>
                  <a:srgbClr val="505055">
                    <a:alpha val="0"/>
                  </a:srgbClr>
                </a:solidFill>
              </a:defRPr>
            </a:lvl1pPr>
          </a:lstStyle>
          <a:p>
            <a:r>
              <a:rPr lang="en-US"/>
              <a:t>Internal</a:t>
            </a:r>
            <a:endParaRPr lang="en-US" dirty="0"/>
          </a:p>
        </p:txBody>
      </p:sp>
      <p:sp>
        <p:nvSpPr>
          <p:cNvPr id="24" name="Slide Number Placeholder 23">
            <a:extLst>
              <a:ext uri="{FF2B5EF4-FFF2-40B4-BE49-F238E27FC236}">
                <a16:creationId xmlns:a16="http://schemas.microsoft.com/office/drawing/2014/main" id="{42348E7E-528A-D55B-A33B-5C429A213DEE}"/>
              </a:ext>
            </a:extLst>
          </p:cNvPr>
          <p:cNvSpPr>
            <a:spLocks noGrp="1"/>
          </p:cNvSpPr>
          <p:nvPr>
            <p:ph type="sldNum" sz="quarter" idx="25"/>
          </p:nvPr>
        </p:nvSpPr>
        <p:spPr>
          <a:xfrm>
            <a:off x="10991850" y="6876668"/>
            <a:ext cx="865188" cy="177162"/>
          </a:xfrm>
        </p:spPr>
        <p:txBody>
          <a:bodyPr/>
          <a:lstStyle>
            <a:lvl1pPr>
              <a:defRPr>
                <a:solidFill>
                  <a:srgbClr val="505055">
                    <a:alpha val="0"/>
                  </a:srgbClr>
                </a:solidFill>
              </a:defRPr>
            </a:lvl1pPr>
          </a:lstStyle>
          <a:p>
            <a:pPr algn="r"/>
            <a:fld id="{AE086683-F536-42AB-ABBC-F4803DFE8DBC}" type="slidenum">
              <a:rPr lang="en-US" smtClean="0"/>
              <a:pPr algn="r"/>
              <a:t>‹#›</a:t>
            </a:fld>
            <a:endParaRPr lang="en-US" dirty="0"/>
          </a:p>
        </p:txBody>
      </p:sp>
    </p:spTree>
  </p:cSld>
  <p:clrMapOvr>
    <a:masterClrMapping/>
  </p:clrMapOvr>
</p:sld>
</file>

<file path=ppt/theme/theme1.xml><?xml version="1.0" encoding="utf-8"?>
<a:theme xmlns:a="http://schemas.openxmlformats.org/drawingml/2006/main" name="Bangkok bank">
  <a:themeElements>
    <a:clrScheme name="Bangkok bank_colour">
      <a:dk1>
        <a:srgbClr val="000000"/>
      </a:dk1>
      <a:lt1>
        <a:srgbClr val="FFFFFF"/>
      </a:lt1>
      <a:dk2>
        <a:srgbClr val="323238"/>
      </a:dk2>
      <a:lt2>
        <a:srgbClr val="F8F8F8"/>
      </a:lt2>
      <a:accent1>
        <a:srgbClr val="0064FF"/>
      </a:accent1>
      <a:accent2>
        <a:srgbClr val="A1C6FF"/>
      </a:accent2>
      <a:accent3>
        <a:srgbClr val="002850"/>
      </a:accent3>
      <a:accent4>
        <a:srgbClr val="939399"/>
      </a:accent4>
      <a:accent5>
        <a:srgbClr val="09594A"/>
      </a:accent5>
      <a:accent6>
        <a:srgbClr val="61D09C"/>
      </a:accent6>
      <a:hlink>
        <a:srgbClr val="000000"/>
      </a:hlink>
      <a:folHlink>
        <a:srgbClr val="000000"/>
      </a:folHlink>
    </a:clrScheme>
    <a:fontScheme name="Bangkok Bank">
      <a:majorFont>
        <a:latin typeface="BBL Sans Office Medium"/>
        <a:ea typeface=""/>
        <a:cs typeface="BBL Sans Office Medium"/>
      </a:majorFont>
      <a:minorFont>
        <a:latin typeface="BBL Sans Office"/>
        <a:ea typeface=""/>
        <a:cs typeface="BBL Sans Offi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500" dirty="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ts val="2200"/>
          </a:lnSpc>
          <a:spcBef>
            <a:spcPts val="1200"/>
          </a:spcBef>
          <a:defRPr sz="1600" dirty="0" err="1" smtClean="0">
            <a:cs typeface="Arial" panose="020B0604020202020204" pitchFamily="34" charset="0"/>
          </a:defRPr>
        </a:defPPr>
      </a:lstStyle>
    </a:txDef>
  </a:objectDefaults>
  <a:extraClrSchemeLst/>
  <a:custClrLst>
    <a:custClr>
      <a:srgbClr val="7A0334"/>
    </a:custClr>
    <a:custClr>
      <a:srgbClr val="EF3C67"/>
    </a:custClr>
    <a:custClr>
      <a:srgbClr val="FFCCC5"/>
    </a:custClr>
    <a:custClr>
      <a:srgbClr val="09594A"/>
    </a:custClr>
    <a:custClr>
      <a:srgbClr val="16A873"/>
    </a:custClr>
    <a:custClr>
      <a:srgbClr val="BCEDCD"/>
    </a:custClr>
    <a:custClr>
      <a:srgbClr val="FFFFFF"/>
    </a:custClr>
    <a:custClr>
      <a:srgbClr val="FFFFFF"/>
    </a:custClr>
    <a:custClr>
      <a:srgbClr val="FFFFFF"/>
    </a:custClr>
    <a:custClr>
      <a:srgbClr val="FFFFFF"/>
    </a:custClr>
    <a:custClr>
      <a:srgbClr val="622184"/>
    </a:custClr>
    <a:custClr>
      <a:srgbClr val="9E50CC"/>
    </a:custClr>
    <a:custClr>
      <a:srgbClr val="EBCFFF"/>
    </a:custClr>
    <a:custClr>
      <a:srgbClr val="17171A"/>
    </a:custClr>
    <a:custClr>
      <a:srgbClr val="323238"/>
    </a:custClr>
    <a:custClr>
      <a:srgbClr val="46464D"/>
    </a:custClr>
    <a:custClr>
      <a:srgbClr val="FFFFFF"/>
    </a:custClr>
    <a:custClr>
      <a:srgbClr val="FFFFFF"/>
    </a:custClr>
    <a:custClr>
      <a:srgbClr val="FFFFFF"/>
    </a:custClr>
    <a:custClr>
      <a:srgbClr val="FFFFFF"/>
    </a:custClr>
    <a:custClr>
      <a:srgbClr val="5E5E66"/>
    </a:custClr>
    <a:custClr>
      <a:srgbClr val="78787D"/>
    </a:custClr>
    <a:custClr>
      <a:srgbClr val="939399"/>
    </a:custClr>
    <a:custClr>
      <a:srgbClr val="C8C8CC"/>
    </a:custClr>
    <a:custClr>
      <a:srgbClr val="E3E3E5"/>
    </a:custClr>
    <a:custClr>
      <a:srgbClr val="F5F5F5"/>
    </a:custClr>
  </a:custClrLst>
  <a:extLst>
    <a:ext uri="{05A4C25C-085E-4340-85A3-A5531E510DB2}">
      <thm15:themeFamily xmlns:thm15="http://schemas.microsoft.com/office/thememl/2012/main" name="Bangkok bank.potx" id="{A6A54D1A-CE00-4B1B-95F5-ABA0A466EBDC}" vid="{100F0D9F-A704-433E-A427-2F1864A015C1}"/>
    </a:ext>
  </a:extLst>
</a:theme>
</file>

<file path=ppt/theme/theme2.xml><?xml version="1.0" encoding="utf-8"?>
<a:theme xmlns:a="http://schemas.openxmlformats.org/drawingml/2006/main" name="Office-tema">
  <a:themeElements>
    <a:clrScheme name="Bangkok bank_colour">
      <a:dk1>
        <a:srgbClr val="000000"/>
      </a:dk1>
      <a:lt1>
        <a:srgbClr val="FFFFFF"/>
      </a:lt1>
      <a:dk2>
        <a:srgbClr val="323238"/>
      </a:dk2>
      <a:lt2>
        <a:srgbClr val="F8F8F8"/>
      </a:lt2>
      <a:accent1>
        <a:srgbClr val="0064FF"/>
      </a:accent1>
      <a:accent2>
        <a:srgbClr val="A1C6FF"/>
      </a:accent2>
      <a:accent3>
        <a:srgbClr val="002850"/>
      </a:accent3>
      <a:accent4>
        <a:srgbClr val="939399"/>
      </a:accent4>
      <a:accent5>
        <a:srgbClr val="09594A"/>
      </a:accent5>
      <a:accent6>
        <a:srgbClr val="61D09C"/>
      </a:accent6>
      <a:hlink>
        <a:srgbClr val="000000"/>
      </a:hlink>
      <a:folHlink>
        <a:srgbClr val="000000"/>
      </a:folHlink>
    </a:clrScheme>
    <a:fontScheme name="Bangkok bank_font">
      <a:majorFont>
        <a:latin typeface="BBL Sans Office Medium"/>
        <a:ea typeface=""/>
        <a:cs typeface=""/>
      </a:majorFont>
      <a:minorFont>
        <a:latin typeface="BBL Sans Offi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ngkok bank_colour">
      <a:dk1>
        <a:srgbClr val="000000"/>
      </a:dk1>
      <a:lt1>
        <a:srgbClr val="FFFFFF"/>
      </a:lt1>
      <a:dk2>
        <a:srgbClr val="323238"/>
      </a:dk2>
      <a:lt2>
        <a:srgbClr val="F8F8F8"/>
      </a:lt2>
      <a:accent1>
        <a:srgbClr val="0064FF"/>
      </a:accent1>
      <a:accent2>
        <a:srgbClr val="A1C6FF"/>
      </a:accent2>
      <a:accent3>
        <a:srgbClr val="002850"/>
      </a:accent3>
      <a:accent4>
        <a:srgbClr val="939399"/>
      </a:accent4>
      <a:accent5>
        <a:srgbClr val="09594A"/>
      </a:accent5>
      <a:accent6>
        <a:srgbClr val="61D09C"/>
      </a:accent6>
      <a:hlink>
        <a:srgbClr val="000000"/>
      </a:hlink>
      <a:folHlink>
        <a:srgbClr val="000000"/>
      </a:folHlink>
    </a:clrScheme>
    <a:fontScheme name="Bangkok bank_font">
      <a:majorFont>
        <a:latin typeface="BBL Sans Office Medium"/>
        <a:ea typeface=""/>
        <a:cs typeface=""/>
      </a:majorFont>
      <a:minorFont>
        <a:latin typeface="BBL Sans Offi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54"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B931610-F55B-482F-8719-FC5500382874}">
  <we:reference id="33491e4f-5d38-4c24-85cb-c5144f8a0d2f" version="1.0.0.0" store="EXCatalog" storeType="EXCatalog"/>
  <we:alternateReferences/>
  <we:properties>
    <we:property name="Office.AutoShowTaskpaneWithDocument" value="fals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B2CCF69169AB94A9D7C518ACD60545A" ma:contentTypeVersion="12" ma:contentTypeDescription="Create a new document." ma:contentTypeScope="" ma:versionID="c18e170f4fe833185dcf682741e8f86c">
  <xsd:schema xmlns:xsd="http://www.w3.org/2001/XMLSchema" xmlns:xs="http://www.w3.org/2001/XMLSchema" xmlns:p="http://schemas.microsoft.com/office/2006/metadata/properties" xmlns:ns2="d282c5e2-1a29-480b-8ef9-8bbb86aada25" xmlns:ns3="841f02e9-9b15-4559-9881-e9116a97eaca" targetNamespace="http://schemas.microsoft.com/office/2006/metadata/properties" ma:root="true" ma:fieldsID="4beb6c79a85bd867075192e530d4d653" ns2:_="" ns3:_="">
    <xsd:import namespace="d282c5e2-1a29-480b-8ef9-8bbb86aada25"/>
    <xsd:import namespace="841f02e9-9b15-4559-9881-e9116a97eac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82c5e2-1a29-480b-8ef9-8bbb86aada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5ec7ee6d-d4d4-494f-adc2-937be636a36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41f02e9-9b15-4559-9881-e9116a97eac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8dcfa44-e6b4-412b-8ecb-da706e2030f1}" ma:internalName="TaxCatchAll" ma:showField="CatchAllData" ma:web="841f02e9-9b15-4559-9881-e9116a97ea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282c5e2-1a29-480b-8ef9-8bbb86aada25">
      <Terms xmlns="http://schemas.microsoft.com/office/infopath/2007/PartnerControls"/>
    </lcf76f155ced4ddcb4097134ff3c332f>
    <TaxCatchAll xmlns="841f02e9-9b15-4559-9881-e9116a97eaca" xsi:nil="true"/>
  </documentManagement>
</p:properties>
</file>

<file path=customXml/itemProps1.xml><?xml version="1.0" encoding="utf-8"?>
<ds:datastoreItem xmlns:ds="http://schemas.openxmlformats.org/officeDocument/2006/customXml" ds:itemID="{9CEBAD6A-AFE5-46E0-9A90-AF4AB80FFBEE}">
  <ds:schemaRefs>
    <ds:schemaRef ds:uri="http://schemas.microsoft.com/sharepoint/v3/contenttype/forms"/>
  </ds:schemaRefs>
</ds:datastoreItem>
</file>

<file path=customXml/itemProps2.xml><?xml version="1.0" encoding="utf-8"?>
<ds:datastoreItem xmlns:ds="http://schemas.openxmlformats.org/officeDocument/2006/customXml" ds:itemID="{0CF8C90A-C7B9-42D4-8052-22EE4C913D5E}"/>
</file>

<file path=customXml/itemProps3.xml><?xml version="1.0" encoding="utf-8"?>
<ds:datastoreItem xmlns:ds="http://schemas.openxmlformats.org/officeDocument/2006/customXml" ds:itemID="{D4ABDA6A-1F6C-4B42-8544-08E5AE6AC91F}">
  <ds:schemaRefs>
    <ds:schemaRef ds:uri="http://schemas.microsoft.com/office/infopath/2007/PartnerControls"/>
    <ds:schemaRef ds:uri="http://schemas.microsoft.com/office/2006/documentManagement/types"/>
    <ds:schemaRef ds:uri="d7532cd0-e888-47d6-8f58-db0210f25002"/>
    <ds:schemaRef ds:uri="http://purl.org/dc/elements/1.1/"/>
    <ds:schemaRef ds:uri="10c3a147-0d64-46aa-a281-dc97358e8373"/>
    <ds:schemaRef ds:uri="http://www.w3.org/XML/1998/namespace"/>
    <ds:schemaRef ds:uri="http://purl.org/dc/dcmitype/"/>
    <ds:schemaRef ds:uri="http://schemas.microsoft.com/office/2006/metadata/propertie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0</TotalTime>
  <Words>7582</Words>
  <Application>Microsoft Office PowerPoint</Application>
  <PresentationFormat>Widescreen</PresentationFormat>
  <Paragraphs>616</Paragraphs>
  <Slides>56</Slides>
  <Notes>55</Notes>
  <HiddenSlides>8</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BBL Sans Office</vt:lpstr>
      <vt:lpstr>BBL Sans Office Medium</vt:lpstr>
      <vt:lpstr>Bangkok bank</vt:lpstr>
      <vt:lpstr>Headline goes here – One to three rows</vt:lpstr>
      <vt:lpstr>Headline goes here – One to three rows</vt:lpstr>
      <vt:lpstr>Agenda</vt:lpstr>
      <vt:lpstr>Leveraging analytics for growth tactics</vt:lpstr>
      <vt:lpstr>Leveraging analytics for growth tactics</vt:lpstr>
      <vt:lpstr>How to apply data-driven insights in sales</vt:lpstr>
      <vt:lpstr>How to apply data-driven insights in sales</vt:lpstr>
      <vt:lpstr>How to apply data-driven insights in sales</vt:lpstr>
      <vt:lpstr>How to apply data-driven insights in sales</vt:lpstr>
      <vt:lpstr>PowerPoint Presentation</vt:lpstr>
      <vt:lpstr>PowerPoint Presentation</vt:lpstr>
      <vt:lpstr>Bullet point slide with content</vt:lpstr>
      <vt:lpstr>Bullet point</vt:lpstr>
      <vt:lpstr>Two column slide</vt:lpstr>
      <vt:lpstr>Three column slide</vt:lpstr>
      <vt:lpstr>Four column slide</vt:lpstr>
      <vt:lpstr>Two column slide with images</vt:lpstr>
      <vt:lpstr>Three column</vt:lpstr>
      <vt:lpstr>Four column slide with images</vt:lpstr>
      <vt:lpstr>DOC: Two columns</vt:lpstr>
      <vt:lpstr>DOC: 1 graph and text</vt:lpstr>
      <vt:lpstr>DOC: 2 graphs and text</vt:lpstr>
      <vt:lpstr>DOC: 3 graphs and text</vt:lpstr>
      <vt:lpstr>DOC: 2 columns and 1 graph (small)</vt:lpstr>
      <vt:lpstr>DOC: 2 columns and 2 graphs (small)</vt:lpstr>
      <vt:lpstr>DOC: 2 columns and 3 graphs (small)</vt:lpstr>
      <vt:lpstr>DOC: Text and 1 graph (small)</vt:lpstr>
      <vt:lpstr>DOC: Text and 2 graphs (small)</vt:lpstr>
      <vt:lpstr>DOC: Text and 3 graph (small)</vt:lpstr>
      <vt:lpstr>Title only slide</vt:lpstr>
      <vt:lpstr>PowerPoint Presentation</vt:lpstr>
      <vt:lpstr>PowerPoint Presentation</vt:lpstr>
      <vt:lpstr>ขอบคุณ Thank you!</vt:lpstr>
      <vt:lpstr>PowerPoint Presentation</vt:lpstr>
      <vt:lpstr>High-level overview timeline</vt:lpstr>
      <vt:lpstr>High-level overview timeline (long)</vt:lpstr>
      <vt:lpstr>Project phases (short)</vt:lpstr>
      <vt:lpstr>Project phases (short)</vt:lpstr>
      <vt:lpstr>Project phases (short)</vt:lpstr>
      <vt:lpstr>Project phases (short)</vt:lpstr>
      <vt:lpstr>Alternative layout</vt:lpstr>
      <vt:lpstr>Quarterly timeline</vt:lpstr>
      <vt:lpstr>Quarterly timeline</vt:lpstr>
      <vt:lpstr>Hierarchy diagram</vt:lpstr>
      <vt:lpstr>World map</vt:lpstr>
      <vt:lpstr>SEA/Thailand map</vt:lpstr>
      <vt:lpstr>K. Somchai Sombat </vt:lpstr>
      <vt:lpstr>Representatives of Bangkok Bank</vt:lpstr>
      <vt:lpstr>Instructions Layouts, Theme Colors, Theme Fonts</vt:lpstr>
      <vt:lpstr>Instructions  Images and videos</vt:lpstr>
      <vt:lpstr>Instructions  Working with presentations</vt:lpstr>
      <vt:lpstr>Instructions  Working with presentations</vt:lpstr>
      <vt:lpstr>เลย์เอาต์ สีธีม การจัดรูปแบบข้อความ ฟอนต์ </vt:lpstr>
      <vt:lpstr>การจัดการรูปภาพและวิดีโอ</vt:lpstr>
      <vt:lpstr>ข้อแนะนำในการสร้างและปรับแต่งไฟล์นำเสนอ</vt:lpstr>
      <vt:lpstr>ข้อแนะนำในการสร้างและปรับแต่งไฟล์นำเสนอ (ต่อ)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Monica Lindqvist</dc:creator>
  <cp:lastModifiedBy>Jonas Gullman</cp:lastModifiedBy>
  <cp:revision>183</cp:revision>
  <dcterms:created xsi:type="dcterms:W3CDTF">2024-06-10T10:11:33Z</dcterms:created>
  <dcterms:modified xsi:type="dcterms:W3CDTF">2026-05-22T13:40:45Z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0x010100AB2CCF69169AB94A9D7C518ACD60545A</vt:lpwstr>
  </property>
  <property fmtid="{D5CDD505-2E9C-101B-9397-08002B2CF9AE}" pid="3" name="Order">
    <vt:r8>32000</vt:r8>
  </property>
  <property fmtid="{D5CDD505-2E9C-101B-9397-08002B2CF9AE}" pid="4" name="MediaServiceImageTags">
    <vt:lpwstr/>
  </property>
  <property fmtid="{D5CDD505-2E9C-101B-9397-08002B2CF9AE}" pid="5" name="NumCols">
    <vt:lpwstr>12</vt:lpwstr>
  </property>
  <property fmtid="{D5CDD505-2E9C-101B-9397-08002B2CF9AE}" pid="6" name="NumRows">
    <vt:lpwstr>9</vt:lpwstr>
  </property>
  <property fmtid="{D5CDD505-2E9C-101B-9397-08002B2CF9AE}" pid="7" name="ColSpacing">
    <vt:lpwstr>0,35</vt:lpwstr>
  </property>
  <property fmtid="{D5CDD505-2E9C-101B-9397-08002B2CF9AE}" pid="8" name="RowSpacing">
    <vt:lpwstr>0,35</vt:lpwstr>
  </property>
  <property fmtid="{D5CDD505-2E9C-101B-9397-08002B2CF9AE}" pid="9" name="Mall">
    <vt:lpwstr>1,7</vt:lpwstr>
  </property>
  <property fmtid="{D5CDD505-2E9C-101B-9397-08002B2CF9AE}" pid="10" name="Mleft">
    <vt:lpwstr>0,95</vt:lpwstr>
  </property>
  <property fmtid="{D5CDD505-2E9C-101B-9397-08002B2CF9AE}" pid="11" name="Mright">
    <vt:lpwstr>0,95</vt:lpwstr>
  </property>
  <property fmtid="{D5CDD505-2E9C-101B-9397-08002B2CF9AE}" pid="12" name="Mtop">
    <vt:lpwstr>0,95</vt:lpwstr>
  </property>
  <property fmtid="{D5CDD505-2E9C-101B-9397-08002B2CF9AE}" pid="13" name="Mbot">
    <vt:lpwstr>1,65</vt:lpwstr>
  </property>
</Properties>
</file>