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Model comparison</a:t>
            </a:r>
          </a:p>
          <a:p>
            <a:pPr lvl="1"/>
            <a:r>
              <a:t>Pick a skill, two or three models and a few questions</a:t>
            </a:r>
          </a:p>
          <a:p>
            <a:pPr lvl="1"/>
            <a:r>
              <a:t>Temporary agents are created per model and deleted after the run</a:t>
            </a:r>
          </a:p>
          <a:p>
            <a:pPr lvl="1"/>
            <a:r>
              <a:t>Side-by-side answers with latency, tokens and cost per model</a:t>
            </a:r>
          </a:p>
          <a:p>
            <a:pPr lvl="1"/>
            <a:r>
              <a:t>Use it to justify a model change before editing the skill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List</a:t>
            </a:r>
          </a:p>
          <a:p>
            <a:pPr lvl="1"/>
            <a:r>
              <a:t>Filter by skill or rating; see turns, cost and 👍/👎 counts per conversation</a:t>
            </a:r>
          </a:p>
          <a:p>
            <a:pPr lvl="1"/>
            <a:r>
              <a:t>Delete a conversation you no longer need</a:t>
            </a:r>
          </a:p>
          <a:p>
            <a:pPr lvl="1"/>
            <a:r>
              <a:t>'Export feedback CSV' downloads all ratings with question, answer, skill and cost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