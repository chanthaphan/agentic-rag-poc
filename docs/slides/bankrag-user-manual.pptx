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'Studio' in the top bar and enter the Studio password. Your name is pre-filled from your Microsoft sign-in (any name works); it is shown on feedback and conversations.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The Eval run panel shows progress with pass/fail counts; the result opens with KPI cards and a failed-only filter</a:t>
            </a:r>
          </a:p>
          <a:p>
            <a:pPr lvl="1"/>
            <a:r>
              <a:t>Export .xlsx per run, or 'Export all' for every stored run (one sheet each); run history shows a trend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Quality (DeepEval) and model comparison</a:t>
            </a:r>
          </a:p>
          <a:p>
            <a:pPr lvl="1"/>
            <a:r>
              <a:t>Quality: a judge model (your Foundry deployment) scores each answer on RAG metrics (faithfulness, relevancy, context) and agentic metrics (tool use, task completion, language &amp; tone, no advice)</a:t>
            </a:r>
          </a:p>
          <a:p>
            <a:pPr lvl="1"/>
            <a:r>
              <a:t>Hover a score for the judge's reason; tune the threshold and the metric set; export .xlsx</a:t>
            </a:r>
          </a:p>
          <a:p>
            <a:pPr lvl="1"/>
            <a:r>
              <a:t>Question sets: download as .xlsx (also the template) and upload an .xlsx or CSV to append or replace; or send questions from the Conversations tab</a:t>
            </a:r>
          </a:p>
          <a:p>
            <a:pPr lvl="1"/>
            <a:r>
              <a:t>Comparison: pick a skill, two or three models and a few questions; temporary agents are deleted after the run</a:t>
            </a:r>
          </a:p>
          <a:p>
            <a:pPr lvl="1"/>
            <a:r>
              <a:t>Side-by-side answers with latency, tokens and cost per model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Questions and selection box</a:t>
            </a:r>
          </a:p>
          <a:p>
            <a:pPr lvl="1"/>
            <a:r>
              <a:t>Search question or answer text; filter by skill, rating and source; every customer question is one row</a:t>
            </a:r>
          </a:p>
          <a:p>
            <a:pPr lvl="1"/>
            <a:r>
              <a:t>Tick questions (or 'select all shown', or all questions of one conversation) to fill the selection box</a:t>
            </a:r>
          </a:p>
          <a:p>
            <a:pPr lvl="1"/>
            <a:r>
              <a:t>Export the box to .xlsx (question, answer, skill, rating, comment, cost, latency)</a:t>
            </a:r>
          </a:p>
          <a:p>
            <a:pPr lvl="1"/>
            <a:r>
              <a:t>Send the box to the Routing, Grounded or Quality eval set; duplicates are skipped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 and feedback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too; 'Feedback CSV' exports them all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