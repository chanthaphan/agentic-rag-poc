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B5CBBF32-B26D-439C-BE94-4B5D87E0BA76}">
          <p14:sldIdLst>
            <p14:sldId id="342"/>
            <p14:sldId id="343"/>
            <p14:sldId id="349"/>
            <p14:sldId id="347"/>
            <p14:sldId id="2147480014"/>
            <p14:sldId id="348"/>
            <p14:sldId id="2147480015"/>
            <p14:sldId id="351"/>
            <p14:sldId id="2147480016"/>
            <p14:sldId id="2147480011"/>
            <p14:sldId id="2147480012"/>
            <p14:sldId id="2147480018"/>
            <p14:sldId id="355"/>
            <p14:sldId id="356"/>
            <p14:sldId id="358"/>
            <p14:sldId id="394"/>
            <p14:sldId id="359"/>
            <p14:sldId id="383"/>
            <p14:sldId id="361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62"/>
            <p14:sldId id="382"/>
            <p14:sldId id="2147480010"/>
            <p14:sldId id="381"/>
            <p14:sldId id="364"/>
          </p14:sldIdLst>
        </p14:section>
        <p14:section name="Example slides" id="{FF40B3B5-12DD-4FE6-88FC-D60B73AAC9BA}">
          <p14:sldIdLst>
            <p14:sldId id="378"/>
            <p14:sldId id="379"/>
            <p14:sldId id="369"/>
            <p14:sldId id="376"/>
            <p14:sldId id="377"/>
            <p14:sldId id="368"/>
            <p14:sldId id="375"/>
            <p14:sldId id="370"/>
            <p14:sldId id="374"/>
            <p14:sldId id="2147480017"/>
            <p14:sldId id="395"/>
            <p14:sldId id="396"/>
            <p14:sldId id="372"/>
            <p14:sldId id="380"/>
          </p14:sldIdLst>
        </p14:section>
        <p14:section name="Instructions EN" id="{197194E2-25E1-4A4F-9C22-642319CC92D5}">
          <p14:sldIdLst>
            <p14:sldId id="435"/>
            <p14:sldId id="436"/>
            <p14:sldId id="437"/>
            <p14:sldId id="438"/>
          </p14:sldIdLst>
        </p14:section>
        <p14:section name="Instrructions TH" id="{0422DF4F-6B72-D245-AB6F-1235812BBC2F}">
          <p14:sldIdLst>
            <p14:sldId id="2147479986"/>
            <p14:sldId id="453"/>
            <p14:sldId id="454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B4AE25-F16A-9EA6-3739-F0B81292DAE3}" name="Hanna Bergström" initials="" userId="S::hanna.bergstrom@lynxeye.com::c91d163e-dd6f-4128-a472-59f5e4cf929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5"/>
    <a:srgbClr val="EFEFE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04" autoAdjust="0"/>
  </p:normalViewPr>
  <p:slideViewPr>
    <p:cSldViewPr snapToGrid="0">
      <p:cViewPr varScale="1">
        <p:scale>
          <a:sx n="112" d="100"/>
          <a:sy n="112" d="100"/>
        </p:scale>
        <p:origin x="52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354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E87D75-2A75-97F1-9FF6-762EC85B14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66EBA-761B-9D34-4263-389A16B29E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1520E-AEBC-4CDE-BB85-D31F0E1D3D5F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0E55E-D779-8274-2F37-FF2005BD12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E86D7-3D92-14B8-20D1-A81C3FAADD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95221-43E4-47E6-820A-7F6B3549E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7670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CD27F-57ED-4050-A749-338366197E0D}" type="datetimeFigureOut">
              <a:rPr lang="sv-SE" smtClean="0"/>
              <a:t>2026-05-22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D586-C145-4C08-8ECD-C931AA6281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841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actions: New skill (form scaffolds a folder), Upload zip, Download zip, Delete skill (also removes its Foundry agent and knowledge base), Sync all. 'Try routing' in the form sends a sample question to the router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312" y="1700213"/>
            <a:ext cx="6669348" cy="254635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 here </a:t>
            </a:r>
            <a:br>
              <a:rPr lang="en-US"/>
            </a:br>
            <a:r>
              <a:rPr lang="en-US"/>
              <a:t>maximum 3 rows</a:t>
            </a:r>
            <a:endParaRPr lang="en-US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effectLst/>
              </a:rPr>
              <a:t>Name and surname of presenter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312" y="5716803"/>
            <a:ext cx="4763222" cy="310958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and place</a:t>
            </a:r>
            <a:endParaRPr lang="en-US" dirty="0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5663B02-B92E-DE7E-CBA0-CC03E7971C3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49976" y="6874476"/>
            <a:ext cx="1820862" cy="1771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mtClean="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891D450-FBC2-2799-313D-A58006FB65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5267" y="6874477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E763E8F-9850-507E-F722-1F563D090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1850" y="6874476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5FB482-F5AB-5445-EB72-C068969C87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176" y="340518"/>
            <a:ext cx="2059201" cy="5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312" y="1700213"/>
            <a:ext cx="5691188" cy="25463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 here </a:t>
            </a:r>
            <a:br>
              <a:rPr lang="en-US"/>
            </a:br>
            <a:r>
              <a:rPr lang="en-US"/>
              <a:t>maximum 3 rows</a:t>
            </a:r>
            <a:endParaRPr lang="en-US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81876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81877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81876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E06256C-A0AD-14E7-6F0B-BF1DABEF13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40575" y="0"/>
            <a:ext cx="5051423" cy="6858000"/>
          </a:xfrm>
          <a:noFill/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6ACDD429-4DFE-D2F0-E695-3AA7A9AD07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effectLst/>
              </a:rPr>
              <a:t>Name and surname of presenter</a:t>
            </a:r>
            <a:endParaRPr lang="en-US" dirty="0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C72FF69D-1921-8F32-2BC0-3619DC8529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312" y="5716803"/>
            <a:ext cx="4763222" cy="310958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and place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DD3F22-14F2-D507-E5CA-228F248CE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176" y="340518"/>
            <a:ext cx="2059201" cy="5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8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1" y="1687513"/>
            <a:ext cx="849313" cy="45751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1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C708-0381-A982-022A-2654C62012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2326" y="1685925"/>
            <a:ext cx="3760211" cy="45878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XX:XX–XX:XX Agenda item</a:t>
            </a:r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/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/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CECD45-4679-DE1B-55A9-E84262E5A8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975" y="1685925"/>
            <a:ext cx="5699125" cy="45878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Name Surname</a:t>
            </a:r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969E36E-70E4-2EE2-8C8A-3A06C4A52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13" y="341313"/>
            <a:ext cx="6658611" cy="546099"/>
          </a:xfrm>
        </p:spPr>
        <p:txBody>
          <a:bodyPr anchor="b">
            <a:noAutofit/>
          </a:bodyPr>
          <a:lstStyle>
            <a:lvl1pPr>
              <a:defRPr sz="3200" kern="1200" spc="-50" baseline="0"/>
            </a:lvl1pPr>
          </a:lstStyle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67EBE-CBC7-5986-3C8C-09FF9CB7019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A44254-E7C5-754D-4A93-76453113F59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FAEC9-D60D-7495-1C3E-EE574E762D1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53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BFC8974-1BE1-98F7-77EF-18D268C76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421" y="319090"/>
            <a:ext cx="2059200" cy="511643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195" y="2357438"/>
            <a:ext cx="4742344" cy="1762385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179664-B26A-6449-14D4-8470D0FCE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489" y="4894025"/>
            <a:ext cx="2843657" cy="121761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64478F-DB0F-7783-D5E6-D0EE48E6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77068" cy="1873723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F1FB46AD-B32B-9A3C-CB95-F1D25135FC24}"/>
              </a:ext>
            </a:extLst>
          </p:cNvPr>
          <p:cNvSpPr/>
          <p:nvPr/>
        </p:nvSpPr>
        <p:spPr>
          <a:xfrm>
            <a:off x="11521018" y="343854"/>
            <a:ext cx="330781" cy="425290"/>
          </a:xfrm>
          <a:custGeom>
            <a:avLst/>
            <a:gdLst>
              <a:gd name="connsiteX0" fmla="*/ 288666 w 318967"/>
              <a:gd name="connsiteY0" fmla="*/ 169584 h 425290"/>
              <a:gd name="connsiteX1" fmla="*/ 159484 w 318967"/>
              <a:gd name="connsiteY1" fmla="*/ 0 h 425290"/>
              <a:gd name="connsiteX2" fmla="*/ 30302 w 318967"/>
              <a:gd name="connsiteY2" fmla="*/ 169584 h 425290"/>
              <a:gd name="connsiteX3" fmla="*/ 0 w 318967"/>
              <a:gd name="connsiteY3" fmla="*/ 250389 h 425290"/>
              <a:gd name="connsiteX4" fmla="*/ 57946 w 318967"/>
              <a:gd name="connsiteY4" fmla="*/ 355117 h 425290"/>
              <a:gd name="connsiteX5" fmla="*/ 159484 w 318967"/>
              <a:gd name="connsiteY5" fmla="*/ 425290 h 425290"/>
              <a:gd name="connsiteX6" fmla="*/ 261022 w 318967"/>
              <a:gd name="connsiteY6" fmla="*/ 355117 h 425290"/>
              <a:gd name="connsiteX7" fmla="*/ 318968 w 318967"/>
              <a:gd name="connsiteY7" fmla="*/ 250389 h 425290"/>
              <a:gd name="connsiteX8" fmla="*/ 288666 w 318967"/>
              <a:gd name="connsiteY8" fmla="*/ 169584 h 425290"/>
              <a:gd name="connsiteX9" fmla="*/ 138751 w 318967"/>
              <a:gd name="connsiteY9" fmla="*/ 348206 h 425290"/>
              <a:gd name="connsiteX10" fmla="*/ 138751 w 318967"/>
              <a:gd name="connsiteY10" fmla="*/ 373192 h 425290"/>
              <a:gd name="connsiteX11" fmla="*/ 76553 w 318967"/>
              <a:gd name="connsiteY11" fmla="*/ 330663 h 425290"/>
              <a:gd name="connsiteX12" fmla="*/ 30834 w 318967"/>
              <a:gd name="connsiteY12" fmla="*/ 251984 h 425290"/>
              <a:gd name="connsiteX13" fmla="*/ 42529 w 318967"/>
              <a:gd name="connsiteY13" fmla="*/ 207860 h 425290"/>
              <a:gd name="connsiteX14" fmla="*/ 62730 w 318967"/>
              <a:gd name="connsiteY14" fmla="*/ 239226 h 425290"/>
              <a:gd name="connsiteX15" fmla="*/ 128651 w 318967"/>
              <a:gd name="connsiteY15" fmla="*/ 312588 h 425290"/>
              <a:gd name="connsiteX16" fmla="*/ 138751 w 318967"/>
              <a:gd name="connsiteY16" fmla="*/ 348206 h 425290"/>
              <a:gd name="connsiteX17" fmla="*/ 89843 w 318967"/>
              <a:gd name="connsiteY17" fmla="*/ 223277 h 425290"/>
              <a:gd name="connsiteX18" fmla="*/ 70173 w 318967"/>
              <a:gd name="connsiteY18" fmla="*/ 184470 h 425290"/>
              <a:gd name="connsiteX19" fmla="*/ 85058 w 318967"/>
              <a:gd name="connsiteY19" fmla="*/ 148852 h 425290"/>
              <a:gd name="connsiteX20" fmla="*/ 159484 w 318967"/>
              <a:gd name="connsiteY20" fmla="*/ 52098 h 425290"/>
              <a:gd name="connsiteX21" fmla="*/ 233910 w 318967"/>
              <a:gd name="connsiteY21" fmla="*/ 148852 h 425290"/>
              <a:gd name="connsiteX22" fmla="*/ 248795 w 318967"/>
              <a:gd name="connsiteY22" fmla="*/ 184470 h 425290"/>
              <a:gd name="connsiteX23" fmla="*/ 229125 w 318967"/>
              <a:gd name="connsiteY23" fmla="*/ 223277 h 425290"/>
              <a:gd name="connsiteX24" fmla="*/ 159484 w 318967"/>
              <a:gd name="connsiteY24" fmla="*/ 300893 h 425290"/>
              <a:gd name="connsiteX25" fmla="*/ 89843 w 318967"/>
              <a:gd name="connsiteY25" fmla="*/ 223277 h 425290"/>
              <a:gd name="connsiteX26" fmla="*/ 242416 w 318967"/>
              <a:gd name="connsiteY26" fmla="*/ 330663 h 425290"/>
              <a:gd name="connsiteX27" fmla="*/ 180216 w 318967"/>
              <a:gd name="connsiteY27" fmla="*/ 373192 h 425290"/>
              <a:gd name="connsiteX28" fmla="*/ 180216 w 318967"/>
              <a:gd name="connsiteY28" fmla="*/ 348206 h 425290"/>
              <a:gd name="connsiteX29" fmla="*/ 190318 w 318967"/>
              <a:gd name="connsiteY29" fmla="*/ 312588 h 425290"/>
              <a:gd name="connsiteX30" fmla="*/ 256237 w 318967"/>
              <a:gd name="connsiteY30" fmla="*/ 239226 h 425290"/>
              <a:gd name="connsiteX31" fmla="*/ 276439 w 318967"/>
              <a:gd name="connsiteY31" fmla="*/ 207860 h 425290"/>
              <a:gd name="connsiteX32" fmla="*/ 288133 w 318967"/>
              <a:gd name="connsiteY32" fmla="*/ 251984 h 425290"/>
              <a:gd name="connsiteX33" fmla="*/ 242416 w 318967"/>
              <a:gd name="connsiteY33" fmla="*/ 330663 h 42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18967" h="425290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bg1"/>
          </a:solidFill>
          <a:ln w="7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BFC8974-1BE1-98F7-77EF-18D268C76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421" y="319090"/>
            <a:ext cx="2059200" cy="511643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195" y="2357438"/>
            <a:ext cx="4742344" cy="1762385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179664-B26A-6449-14D4-8470D0FCE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489" y="4894025"/>
            <a:ext cx="2843657" cy="121761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64478F-DB0F-7783-D5E6-D0EE48E6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77068" cy="1873723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7F5E001-1285-B640-6977-F414EFB206D5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8434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4FDB6EB-7251-3A44-3175-B577BB39E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CA65-9446-3DB3-807F-676687897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40575" y="1700213"/>
            <a:ext cx="4716462" cy="3026428"/>
          </a:xfrm>
        </p:spPr>
        <p:txBody>
          <a:bodyPr/>
          <a:lstStyle>
            <a:lvl1pPr>
              <a:lnSpc>
                <a:spcPts val="2500"/>
              </a:lnSpc>
              <a:spcBef>
                <a:spcPts val="1600"/>
              </a:spcBef>
              <a:defRPr sz="2000">
                <a:solidFill>
                  <a:schemeClr val="bg1"/>
                </a:solidFill>
              </a:defRPr>
            </a:lvl1pPr>
            <a:lvl2pPr>
              <a:lnSpc>
                <a:spcPts val="2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F64DF911-9C2C-10F0-33F1-2BBCB9CE90A1}"/>
              </a:ext>
            </a:extLst>
          </p:cNvPr>
          <p:cNvSpPr/>
          <p:nvPr userDrawn="1"/>
        </p:nvSpPr>
        <p:spPr>
          <a:xfrm>
            <a:off x="11521018" y="343854"/>
            <a:ext cx="330781" cy="425290"/>
          </a:xfrm>
          <a:custGeom>
            <a:avLst/>
            <a:gdLst>
              <a:gd name="connsiteX0" fmla="*/ 288666 w 318967"/>
              <a:gd name="connsiteY0" fmla="*/ 169584 h 425290"/>
              <a:gd name="connsiteX1" fmla="*/ 159484 w 318967"/>
              <a:gd name="connsiteY1" fmla="*/ 0 h 425290"/>
              <a:gd name="connsiteX2" fmla="*/ 30302 w 318967"/>
              <a:gd name="connsiteY2" fmla="*/ 169584 h 425290"/>
              <a:gd name="connsiteX3" fmla="*/ 0 w 318967"/>
              <a:gd name="connsiteY3" fmla="*/ 250389 h 425290"/>
              <a:gd name="connsiteX4" fmla="*/ 57946 w 318967"/>
              <a:gd name="connsiteY4" fmla="*/ 355117 h 425290"/>
              <a:gd name="connsiteX5" fmla="*/ 159484 w 318967"/>
              <a:gd name="connsiteY5" fmla="*/ 425290 h 425290"/>
              <a:gd name="connsiteX6" fmla="*/ 261022 w 318967"/>
              <a:gd name="connsiteY6" fmla="*/ 355117 h 425290"/>
              <a:gd name="connsiteX7" fmla="*/ 318968 w 318967"/>
              <a:gd name="connsiteY7" fmla="*/ 250389 h 425290"/>
              <a:gd name="connsiteX8" fmla="*/ 288666 w 318967"/>
              <a:gd name="connsiteY8" fmla="*/ 169584 h 425290"/>
              <a:gd name="connsiteX9" fmla="*/ 138751 w 318967"/>
              <a:gd name="connsiteY9" fmla="*/ 348206 h 425290"/>
              <a:gd name="connsiteX10" fmla="*/ 138751 w 318967"/>
              <a:gd name="connsiteY10" fmla="*/ 373192 h 425290"/>
              <a:gd name="connsiteX11" fmla="*/ 76553 w 318967"/>
              <a:gd name="connsiteY11" fmla="*/ 330663 h 425290"/>
              <a:gd name="connsiteX12" fmla="*/ 30834 w 318967"/>
              <a:gd name="connsiteY12" fmla="*/ 251984 h 425290"/>
              <a:gd name="connsiteX13" fmla="*/ 42529 w 318967"/>
              <a:gd name="connsiteY13" fmla="*/ 207860 h 425290"/>
              <a:gd name="connsiteX14" fmla="*/ 62730 w 318967"/>
              <a:gd name="connsiteY14" fmla="*/ 239226 h 425290"/>
              <a:gd name="connsiteX15" fmla="*/ 128651 w 318967"/>
              <a:gd name="connsiteY15" fmla="*/ 312588 h 425290"/>
              <a:gd name="connsiteX16" fmla="*/ 138751 w 318967"/>
              <a:gd name="connsiteY16" fmla="*/ 348206 h 425290"/>
              <a:gd name="connsiteX17" fmla="*/ 89843 w 318967"/>
              <a:gd name="connsiteY17" fmla="*/ 223277 h 425290"/>
              <a:gd name="connsiteX18" fmla="*/ 70173 w 318967"/>
              <a:gd name="connsiteY18" fmla="*/ 184470 h 425290"/>
              <a:gd name="connsiteX19" fmla="*/ 85058 w 318967"/>
              <a:gd name="connsiteY19" fmla="*/ 148852 h 425290"/>
              <a:gd name="connsiteX20" fmla="*/ 159484 w 318967"/>
              <a:gd name="connsiteY20" fmla="*/ 52098 h 425290"/>
              <a:gd name="connsiteX21" fmla="*/ 233910 w 318967"/>
              <a:gd name="connsiteY21" fmla="*/ 148852 h 425290"/>
              <a:gd name="connsiteX22" fmla="*/ 248795 w 318967"/>
              <a:gd name="connsiteY22" fmla="*/ 184470 h 425290"/>
              <a:gd name="connsiteX23" fmla="*/ 229125 w 318967"/>
              <a:gd name="connsiteY23" fmla="*/ 223277 h 425290"/>
              <a:gd name="connsiteX24" fmla="*/ 159484 w 318967"/>
              <a:gd name="connsiteY24" fmla="*/ 300893 h 425290"/>
              <a:gd name="connsiteX25" fmla="*/ 89843 w 318967"/>
              <a:gd name="connsiteY25" fmla="*/ 223277 h 425290"/>
              <a:gd name="connsiteX26" fmla="*/ 242416 w 318967"/>
              <a:gd name="connsiteY26" fmla="*/ 330663 h 425290"/>
              <a:gd name="connsiteX27" fmla="*/ 180216 w 318967"/>
              <a:gd name="connsiteY27" fmla="*/ 373192 h 425290"/>
              <a:gd name="connsiteX28" fmla="*/ 180216 w 318967"/>
              <a:gd name="connsiteY28" fmla="*/ 348206 h 425290"/>
              <a:gd name="connsiteX29" fmla="*/ 190318 w 318967"/>
              <a:gd name="connsiteY29" fmla="*/ 312588 h 425290"/>
              <a:gd name="connsiteX30" fmla="*/ 256237 w 318967"/>
              <a:gd name="connsiteY30" fmla="*/ 239226 h 425290"/>
              <a:gd name="connsiteX31" fmla="*/ 276439 w 318967"/>
              <a:gd name="connsiteY31" fmla="*/ 207860 h 425290"/>
              <a:gd name="connsiteX32" fmla="*/ 288133 w 318967"/>
              <a:gd name="connsiteY32" fmla="*/ 251984 h 425290"/>
              <a:gd name="connsiteX33" fmla="*/ 242416 w 318967"/>
              <a:gd name="connsiteY33" fmla="*/ 330663 h 42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18967" h="425290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bg1"/>
          </a:solidFill>
          <a:ln w="7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88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4FDB6EB-7251-3A44-3175-B577BB39E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CA65-9446-3DB3-807F-676687897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40575" y="1700213"/>
            <a:ext cx="4716462" cy="3026428"/>
          </a:xfrm>
        </p:spPr>
        <p:txBody>
          <a:bodyPr/>
          <a:lstStyle>
            <a:lvl1pPr>
              <a:lnSpc>
                <a:spcPts val="2500"/>
              </a:lnSpc>
              <a:spcBef>
                <a:spcPts val="16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ts val="2000"/>
              </a:lnSpc>
              <a:spcBef>
                <a:spcPts val="1200"/>
              </a:spcBef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5C609A-50BA-2247-B3E2-08AA1F2B297C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1430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F7436C3A-978D-898C-22D1-5B0DB7B38B7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40576" y="0"/>
            <a:ext cx="5051424" cy="6858000"/>
          </a:xfrm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04E4B1C8-BDA9-48B6-A51A-9AF6AB48A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0CFD44C-0E3B-4E77-C990-1F9122F7F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0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hit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F7436C3A-978D-898C-22D1-5B0DB7B38B7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40576" y="0"/>
            <a:ext cx="5051424" cy="6858000"/>
          </a:xfrm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04E4B1C8-BDA9-48B6-A51A-9AF6AB48A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0CFD44C-0E3B-4E77-C990-1F9122F7F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65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99A3C7E-0B68-2C9F-2DDD-A568B4CBE2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accent3"/>
          </a:solidFill>
        </p:spPr>
        <p:txBody>
          <a:bodyPr lIns="0" tIns="0" bIns="684000" anchor="b" anchorCtr="1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2EDB52-D1CD-A13B-C828-980D830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59880" cy="1889125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3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FC9C-39B3-502B-3D24-669FA3055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663" y="3028950"/>
            <a:ext cx="3744629" cy="121602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2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3E2872D3-8D90-A3BC-8931-CF1AF7E9465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F3568AEB-4568-7E09-3F64-08802591C5D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A9F44E4E-F594-C22B-5341-BA02B7B4ED2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B63C6CD-007C-5F74-E5E2-F7CB28BA79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1017" y="343854"/>
            <a:ext cx="330781" cy="42529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>
              <a:buNone/>
              <a:defRPr sz="100">
                <a:noFill/>
              </a:defRPr>
            </a:lvl1pPr>
          </a:lstStyle>
          <a:p>
            <a:pPr lvl="0"/>
            <a:r>
              <a:rPr lang="en-US" sz="10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9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Blue lo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E62C869-7F1A-E8B6-0DF1-09C2FEE56F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lIns="0" tIns="0" bIns="684000" anchor="b" anchorCtr="1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2EDB52-D1CD-A13B-C828-980D830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59880" cy="1889125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3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FC9C-39B3-502B-3D24-669FA3055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663" y="3028950"/>
            <a:ext cx="3744629" cy="121602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2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3E2872D3-8D90-A3BC-8931-CF1AF7E9465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F3568AEB-4568-7E09-3F64-08802591C5D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A9F44E4E-F594-C22B-5341-BA02B7B4ED2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EBB77A0-CAA9-0DDE-5A72-36DE171D08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3398" y="343854"/>
            <a:ext cx="330781" cy="42529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>
              <a:buNone/>
              <a:defRPr sz="100">
                <a:noFill/>
              </a:defRPr>
            </a:lvl1pPr>
          </a:lstStyle>
          <a:p>
            <a:pPr lvl="0"/>
            <a:r>
              <a:rPr lang="en-US" sz="10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54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C11800-574F-41D3-979F-6EA860ACA3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1700213"/>
            <a:ext cx="11507787" cy="4562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8DBAF-63C1-B430-B9A9-5B420F5D34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1D960B-CB63-C137-6DC5-9CEECFBC9D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DA9E7-36E2-E0A8-04D9-4046D0B597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0F4051-45CB-8155-890E-806032D8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599EA4-FAFB-C63F-E4D5-1C543A8BC1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898855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point 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FD737CB-143D-98F0-9917-CB45F2CA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4730369" cy="546099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0C5C391-C03E-5C0C-305F-90EF17223A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F8020B-23D8-1C1C-6CB8-FE99BC4E677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341313"/>
            <a:ext cx="5686141" cy="5921375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>
              <a:defRPr lang="en-US" sz="1200" dirty="0" smtClean="0">
                <a:solidFill>
                  <a:sysClr val="windowText" lastClr="000000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750BC-B02E-A425-E0A5-9255AB4C8264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917B3-C9E5-5626-5476-26632508A2E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543AA-9C71-8DA1-D4A5-43ED451E6B5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15BD9-9AC1-5BC7-FD6D-8087B629CA4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AAEF0B-144E-0906-D57C-9353A1E4F83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8" y="3028949"/>
            <a:ext cx="374463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E984F11-9D2A-8724-488B-2FFC9E9F76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747537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C8943-65EC-4C53-2757-90C7D52CC87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E5241-5222-B7CD-133D-51A32D71B1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8168-CE73-CEEF-9DA4-347838354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88CE95F-D557-13CB-F596-A8255991C9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8CD3A-F766-ED2A-DB0D-B953AE8A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C93C2E11-840D-17AF-6302-AC0EBF0770E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7" y="3028950"/>
            <a:ext cx="5690902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0E353E-900A-2E84-D613-960A67B5AB9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159497" y="3028950"/>
            <a:ext cx="5690900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586140-FD88-890E-C312-4776A405C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644410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F32DA68-0DDD-495B-1567-9D1FBF80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3" y="1700213"/>
            <a:ext cx="3751261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19575" y="1700213"/>
            <a:ext cx="3751263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6346" y="1700213"/>
            <a:ext cx="375275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BEC076-831A-F009-922F-75619323E6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40" y="1514740"/>
            <a:ext cx="3765600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0942E5-8BF9-9418-3D10-18FF9F41AC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2075" y="1514740"/>
            <a:ext cx="3765600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193B36F-1095-1637-E2A2-38C35BC26E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0337" y="1514688"/>
            <a:ext cx="3758763" cy="458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58840-6194-6363-932C-F87A2DE7D30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7AB51-C190-439D-39CE-8D2059921E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5E87-66FF-85C1-DB08-92BBB7E078F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22273EDA-BB03-7AEC-045E-661852E9C07C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1313" y="2357438"/>
            <a:ext cx="3751261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D6F32318-10F0-96EC-A02A-6E8BD8D0A0FF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219575" y="2357438"/>
            <a:ext cx="375126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E4CBE43-340B-5D5A-6D31-ED575AE2824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96347" y="2357438"/>
            <a:ext cx="375126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A67197-246E-2564-388E-E37A50B2A2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27523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fotnot/data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F32DA68-0DDD-495B-1567-9D1FBF80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C242A940-03E3-9A04-81EE-EF3AFA42AFC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4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101A9797-BAAA-245F-F268-6D9223C8AA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40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9C330704-6C21-DFE5-CDAC-405CA16263D1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246282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F3D4C47-ACF8-F8D4-F575-CEAE0C22CB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5708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5" name="Platshållare för text 2">
            <a:extLst>
              <a:ext uri="{FF2B5EF4-FFF2-40B4-BE49-F238E27FC236}">
                <a16:creationId xmlns:a16="http://schemas.microsoft.com/office/drawing/2014/main" id="{225E9783-5B3C-0F63-89C2-D76EF82A0203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154197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E0B9E576-FF5D-FB3D-9ED2-D45106C327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3623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34" name="Platshållare för text 2">
            <a:extLst>
              <a:ext uri="{FF2B5EF4-FFF2-40B4-BE49-F238E27FC236}">
                <a16:creationId xmlns:a16="http://schemas.microsoft.com/office/drawing/2014/main" id="{70B84892-FB80-05C2-69A3-37D18910AC3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63139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headline here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3DEA4ED-CB32-D49F-7FA7-4BF37290E5A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2565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41BFC-58FC-20C5-545B-0B1382488ED3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6B01424-6894-AD4A-B6C1-32169BD26DBF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0ADF1B-1914-9FB2-E7A4-2C8AC1A56105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012CDDDC-27D7-4E58-6995-9023CE016046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341312" y="2357439"/>
            <a:ext cx="2782888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0D54FD9-B5FF-EBD8-F8D8-68C7A0BEFA2F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3250779" y="2357438"/>
            <a:ext cx="277631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50046AF-CC9B-9533-3E3D-2DA7F88900A3}"/>
              </a:ext>
            </a:extLst>
          </p:cNvPr>
          <p:cNvSpPr>
            <a:spLocks noGrp="1"/>
          </p:cNvSpPr>
          <p:nvPr>
            <p:ph sz="quarter" idx="50"/>
          </p:nvPr>
        </p:nvSpPr>
        <p:spPr>
          <a:xfrm>
            <a:off x="6153672" y="2357439"/>
            <a:ext cx="2782888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AA7C56FA-5718-1BC0-4F1F-DFD3D5C5804D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9063139" y="2357438"/>
            <a:ext cx="277631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0923E20-8E48-40C9-809E-2FE26F60F1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777758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poi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1785CA3-D21A-FB22-94B8-1C3AD1F4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4730369" cy="546099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6C9E59B-8806-1210-BE2E-351FA641D2D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57913" y="341313"/>
            <a:ext cx="5691187" cy="5921376"/>
          </a:xfrm>
          <a:noFill/>
        </p:spPr>
        <p:txBody>
          <a:bodyPr lIns="0" tIns="216000" anchor="t" anchorCtr="1"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F948A-3BE4-3770-33CE-13A45CB37B2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C14D70D-7473-21C0-7428-7120485A313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CF1E9B1-7F90-AD81-AB86-F178A265223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80071B-F04B-CF90-22DF-F08B9AC8C6A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474C5F-7EBD-6FDE-69FB-683D65332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4714592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94CE2775-2F2B-EA92-EFC7-E909FDA5CFB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7" y="3028950"/>
            <a:ext cx="4714592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F99EE-FB9E-8152-E79E-56134D292F1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129790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19575" y="1700214"/>
            <a:ext cx="3740159" cy="2547938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30678" y="4373562"/>
            <a:ext cx="3740159" cy="351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headline here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08940" y="1700213"/>
            <a:ext cx="3740159" cy="2547938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7838" y="4373562"/>
            <a:ext cx="3759200" cy="351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DB20-6010-DB19-CD8D-86374CCB4B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7" y="1700213"/>
            <a:ext cx="2776254" cy="254634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C187D-0330-78E5-F13B-061222917732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0118D-6F6F-D708-FAE9-1DB421B0BCC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740B0-79E6-BE7C-C269-AC78B8D8D4A8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9411F-B413-545E-93E6-32EB2C99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9729E60C-253E-C42C-54D2-3086C495345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30678" y="4808660"/>
            <a:ext cx="3739072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EA5ACEE-A1C6-94C2-F121-084820955632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8097838" y="4808660"/>
            <a:ext cx="3759835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E6D47D-D0BE-4925-B2CA-06B7489B91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927170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0500" y="1700213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2" y="4373563"/>
            <a:ext cx="3750449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19575" y="1700213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19572" y="4373563"/>
            <a:ext cx="3751265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97838" y="1700212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7177" y="4371208"/>
            <a:ext cx="3751200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13804-4FFA-059A-B518-5B107F68E31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706F5-E4A2-E1C8-03EC-91EFDF65B94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D9B2B-9C69-F8F2-35D4-1A9A2B720A2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6A3E2B-7876-E79D-FB5D-ED7F654F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B677E0A-489D-70F9-C949-31AD6FB46B03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6094" y="4808660"/>
            <a:ext cx="3751200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770DAAC1-2C37-0F7B-2658-1A92AAEF6CF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18487" y="4808660"/>
            <a:ext cx="3752351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6E7B4FC-C52D-1928-A525-88989CE8B60B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102781" y="4808662"/>
            <a:ext cx="3751200" cy="1454027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F33998-E0DC-1991-23DF-3DF99D71D2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147075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1313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8503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491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249613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57913" y="1700212"/>
            <a:ext cx="2779200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65102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6A019A1-DF8D-1E19-E693-F568AD8DF93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3924" y="1700213"/>
            <a:ext cx="2779200" cy="1874836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 </a:t>
            </a:r>
            <a:endParaRPr lang="en-US" noProof="0" dirty="0"/>
          </a:p>
        </p:txBody>
      </p:sp>
      <p:sp>
        <p:nvSpPr>
          <p:cNvPr id="32" name="Platshållare för text 2">
            <a:extLst>
              <a:ext uri="{FF2B5EF4-FFF2-40B4-BE49-F238E27FC236}">
                <a16:creationId xmlns:a16="http://schemas.microsoft.com/office/drawing/2014/main" id="{2C7A880A-B80B-7CF1-B377-AA839491E5F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63924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D738-AD26-2F41-ABE6-91DAD2E6B30F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EC91B-D67B-627D-A529-34842EC79632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F5E55-2468-B50E-967F-B51183155D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848F-2539-5D61-8BB2-9C5D5731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73B36F29-8E47-08AC-BD6E-E2CF94D414D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8502" y="4131467"/>
            <a:ext cx="2779199" cy="2131200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2276B76B-4AF4-876E-87BD-BF185460302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252401" y="4131469"/>
            <a:ext cx="277900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53AF973-1F65-DE36-3BAE-B3F71A33FB5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160588" y="4131468"/>
            <a:ext cx="277919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8E9DEE1-DFFF-622D-DBA7-FB96EC0FDC9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063924" y="4131468"/>
            <a:ext cx="277919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6B4D68-F264-31D1-4EA7-E9C043973B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23463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581DC-C0EA-2ACB-766D-A505DB5ECB65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CA31C-E68A-F476-FC7A-88518D8009E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872C4-1286-6384-904A-2498A47C393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A0BC7B-DEBF-1D1F-3D95-6B7B73BB1A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8B0E3-758A-9169-2E33-6EEFCD17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034F4766-F950-A6BD-1373-CDAA229AFC6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47946" y="3028950"/>
            <a:ext cx="3738282" cy="323373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A570BB3C-A937-3418-8D01-C80BF061A8E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224740" y="3028950"/>
            <a:ext cx="3751264" cy="323373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1C85B-1D95-6E21-F8C6-27FC3EBAAE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492967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1 graph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F8020B-23D8-1C1C-6CB8-FE99BC4E677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4562475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 dirty="0" smtClean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C41268C-AFB0-81F9-0408-7062929159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F21E2-F1E4-A1FB-EBE0-5ABC430B09E5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7F3DD-7755-0EA7-F383-D02C29577AE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79479-A716-B2DA-60C5-8B6B2347F650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13A3A8-E3AB-7EBE-A691-43BB5A3B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F650A2-C8D8-80CD-198F-EF3C218E1C4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3BCAF9B-6A44-681B-AD1E-29BA52CDA9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8361586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2 graphs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2E20ED2-BC3C-8821-B766-C92184461D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2105024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28C9299-3397-5D92-130E-13304FF489D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157913" y="4156687"/>
            <a:ext cx="5686141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335EF3-CB2A-A2FC-5489-532D5060F8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FA5D98-4197-4768-8B77-8101CEFD6D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913" y="3876371"/>
            <a:ext cx="5686141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928F3-64CC-21AA-6C7A-E1CC1DBA2899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BEE4D-8C38-D5F2-0987-A19507C9BBD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45A22-8156-E949-FEFF-E4C0C9558BF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C1EA49-33A6-5CF8-6DD1-74DDAF7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A05C6C3-3A29-36DC-D7A3-FACCAAE33A20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04ED0E-7FBD-65D8-DB14-C773EC9B2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931288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3 graphs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D77A79D6-D58B-DFA3-9238-37358EFB993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2105024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F76CF5-AA81-CEA2-5FD9-CB4B334E70D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157913" y="4156687"/>
            <a:ext cx="2782887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1B5AEF0-E185-72D6-5721-CD2526AD753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065286" y="4156688"/>
            <a:ext cx="2782887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97327-4C26-9C77-39BA-AC0C1220441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37B55-0DFA-90C5-FC38-42627FCB3944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9F8D2-0BBC-2E49-5279-352239EF12F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0D236D6-BB33-608D-BC61-A3BEAB2B56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4DCBA9C-0CE6-062B-0BF8-3C38ED03D8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913" y="3876372"/>
            <a:ext cx="27828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0193E2C-5D7A-9012-FAD9-3032676A12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65285" y="3876372"/>
            <a:ext cx="27828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056403-018A-C062-48D1-F8C3F63B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E86FC022-9F0C-59B0-89CA-3A2B47E0662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732CE23-F7AA-C55A-0DB7-B5ABBEA651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797529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2 columns and 1 grap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0A83AE7A-8296-B0E2-46F6-12CAFE21092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4318792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4E76805-64A2-F41A-E084-FAA59180B7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B06EE-212D-C740-75CC-8D46D550D5A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2F51F-9078-D62E-7386-26534FBE201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355D0-2B92-D7CD-3AE3-7E115E53F46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7D5BE60-0583-5A28-1F68-F55F1A13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1A8894-3F4E-4B32-C443-736C4F064FA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B441598-FD9C-39A9-DA07-6A3EA62E5D2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BC2ECA-9AE8-E84F-C126-DB6C1D20FF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1015272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2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3CF76097-BADB-6D69-B74E-41042A68A45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64312969-2931-182A-D90D-9A76F4FEF365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2" y="4251428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F4E7134-3985-0483-F20A-E10A3576C7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739B7E6-194B-BF1B-7281-51BF7E606D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1" y="3979946"/>
            <a:ext cx="4717965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53A3A-A622-C9DF-9A0D-820A5BA7C5DC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CE819-29EF-8157-6C61-D4695A76F55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1047A-77D4-7F80-4341-69747C27EA0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BA8487-3F70-E469-AD32-CC94AB62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C723999-2F05-6F47-606C-32CFDF5A3EBF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8762E7-8498-796D-59B8-4855771324F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E504EAF-45A6-24A3-30FF-8B015B9FB1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522808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3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47DC823-7E93-B19A-9732-BC3AC2D1390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1156D487-5C91-8052-74AA-F88BBD8B676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3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CF716FE9-7B21-C5F8-C3DE-3A7A65C2888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2762662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A8208D8-DF12-D866-8FC1-E53DED1E19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6C7BD97-A528-8B8A-1309-CCB89AD6CE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2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9B45070-B224-5581-63E4-BCD67E4965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64250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32126-B030-BE9A-8ECA-28E877CB40D2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FEDBB-E45B-7B2A-89ED-C55AF0DCBAFB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F2333-B762-F789-68B5-32F0BDCC2971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0C0EE6-1D90-D407-5C84-5E390014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2377B92-5C3D-C4D7-F43E-B80310AA19B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315FC2-6AD7-73DF-8AD8-F9BED0E38AA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787615-F3DB-6C57-6D41-EBD463A49C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5482676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grap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22E0ECF-6AAE-8847-36F2-29376F66E8A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4318792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F32F71-7A71-75EA-81C5-2E7437F390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852D8-FD83-4AAE-1417-9E8EB753CF7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F1BEE-24F9-D3C1-644B-A0AA47DD55B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EC9E1-98D2-CFC6-2823-1478603BB96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82E622F-303E-0042-1075-DCDCD2D5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68FF1B-F632-0CB0-C222-FF6EFEF93F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3BF8AAA-A082-6DD0-4D7E-91BCF93114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756005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A325FF36-2B6B-D09C-A11B-D77701E7AE0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5585EA46-9E2B-F550-1654-B891A1583F5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2" y="4251428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CE7D199-4DCF-5D48-1D89-52736A00EB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9C1DA55-7D95-2751-0940-46DF9F55B09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1" y="3979946"/>
            <a:ext cx="4717965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82C87-FE1B-ED1F-32D6-1228716E49B3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1FC03-51DE-C930-9A31-640B7465ABB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CE14C-4C57-7FE1-1AD3-8D6DE1B65B0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B9ABE-5F66-875D-7432-348784D9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D7B5E748-79F9-12D1-6A69-975D5901190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A90A646-9D4E-DDCD-3554-6190ECF551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3694073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 graps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4FFCA555-85D6-E5B6-744F-159C343C73C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4032E8B-C799-024D-433D-D4C7F410540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3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73C68732-09F9-DCBA-D512-DADE23140AAC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2762662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2EF5725-8F83-EE38-D844-C728EF2FDD1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4F798851-3BC6-C65C-F095-06C05746D87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2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61CB719-974F-3231-060E-BC73B2D91A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64250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6FDE6-3B8B-5F15-EC6C-BDF9D1A93900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B3371-8DD9-FD25-071E-F49ED762361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522A6-4629-023A-293A-A61DFE026227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8F6C64-2579-2607-CE42-2B0D18AF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2919520-B5E6-9715-66C1-325F4154E86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4B4EA4-4EB9-2305-542C-53F8FD1D1E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6718812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fil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1785CA3-D21A-FB22-94B8-1C3AD1F4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7" y="3574839"/>
            <a:ext cx="4730750" cy="384721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6C9E59B-8806-1210-BE2E-351FA641D2D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57913" y="341313"/>
            <a:ext cx="5691187" cy="5921376"/>
          </a:xfrm>
          <a:noFill/>
        </p:spPr>
        <p:txBody>
          <a:bodyPr lIns="0" tIns="216000" anchor="t" anchorCtr="1"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F948A-3BE4-3770-33CE-13A45CB37B2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C14D70D-7473-21C0-7428-7120485A313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CF1E9B1-7F90-AD81-AB86-F178A265223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80071B-F04B-CF90-22DF-F08B9AC8C6A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474C5F-7EBD-6FDE-69FB-683D65332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1788" y="3957425"/>
            <a:ext cx="4730750" cy="384721"/>
          </a:xfrm>
        </p:spPr>
        <p:txBody>
          <a:bodyPr>
            <a:no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7FC8258-3051-D3CC-01A9-BF35DB9C28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789" y="4670425"/>
            <a:ext cx="3760786" cy="1592263"/>
          </a:xfrm>
        </p:spPr>
        <p:txBody>
          <a:bodyPr anchor="b"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9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1313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8503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491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249613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57913" y="1700212"/>
            <a:ext cx="2779200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65102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6A019A1-DF8D-1E19-E693-F568AD8DF93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3924" y="1700213"/>
            <a:ext cx="2779200" cy="1874836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 </a:t>
            </a:r>
            <a:endParaRPr lang="en-US" noProof="0" dirty="0"/>
          </a:p>
        </p:txBody>
      </p:sp>
      <p:sp>
        <p:nvSpPr>
          <p:cNvPr id="32" name="Platshållare för text 2">
            <a:extLst>
              <a:ext uri="{FF2B5EF4-FFF2-40B4-BE49-F238E27FC236}">
                <a16:creationId xmlns:a16="http://schemas.microsoft.com/office/drawing/2014/main" id="{2C7A880A-B80B-7CF1-B377-AA839491E5F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63924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D738-AD26-2F41-ABE6-91DAD2E6B30F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EC91B-D67B-627D-A529-34842EC79632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F5E55-2468-B50E-967F-B51183155D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3AE97-9FB7-7289-A965-47EB24CA9D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8503" y="3943136"/>
            <a:ext cx="2778872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F070BA-9F6D-D5B2-8B0C-13C1051BCAF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49613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891F0B-D53E-FC06-046B-94DC2A4038B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65102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C7781E3-EF7A-C203-5CBD-E7091B84E9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063924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B6C-6948-FB97-D149-8B13BDB2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1AE5997F-2630-71A8-C84F-CCBF6D3554B8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9251" y="4373564"/>
            <a:ext cx="2778125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8A3DCA9-6F53-5B77-74E8-8C5901C6B22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252401" y="4373563"/>
            <a:ext cx="277900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2B56F7BC-F53B-8FB5-1CFA-85DA2D850C17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160588" y="4373563"/>
            <a:ext cx="277919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B6CFFD1F-D8F0-2A6B-198C-409277AE6D40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063924" y="4373563"/>
            <a:ext cx="277919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F6F2D74-4BC4-F370-9030-A55E7CA8709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4611749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video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D099E-681E-91EE-39F4-F3A09508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C36B-6E4A-61AC-89EF-22727F79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E7EA-9631-1A51-7A86-A115C1B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9D8AD4EF-DCFE-8FEC-282E-95A4D81C3D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2280444" y="1016000"/>
            <a:ext cx="7631113" cy="4209035"/>
          </a:xfrm>
          <a:custGeom>
            <a:avLst/>
            <a:gdLst>
              <a:gd name="connsiteX0" fmla="*/ 0 w 7631113"/>
              <a:gd name="connsiteY0" fmla="*/ 0 h 4209035"/>
              <a:gd name="connsiteX1" fmla="*/ 7631113 w 7631113"/>
              <a:gd name="connsiteY1" fmla="*/ 0 h 4209035"/>
              <a:gd name="connsiteX2" fmla="*/ 7631113 w 7631113"/>
              <a:gd name="connsiteY2" fmla="*/ 4209035 h 4209035"/>
              <a:gd name="connsiteX3" fmla="*/ 0 w 7631113"/>
              <a:gd name="connsiteY3" fmla="*/ 4209035 h 420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31113" h="4209035">
                <a:moveTo>
                  <a:pt x="0" y="0"/>
                </a:moveTo>
                <a:lnTo>
                  <a:pt x="7631113" y="0"/>
                </a:lnTo>
                <a:lnTo>
                  <a:pt x="7631113" y="4209035"/>
                </a:lnTo>
                <a:lnTo>
                  <a:pt x="0" y="4209035"/>
                </a:lnTo>
                <a:close/>
              </a:path>
            </a:pathLst>
          </a:custGeom>
        </p:spPr>
        <p:txBody>
          <a:bodyPr wrap="square" tIns="216000">
            <a:noAutofit/>
          </a:bodyPr>
          <a:lstStyle>
            <a:lvl1pPr marL="0" indent="0" algn="ctr">
              <a:buNone/>
              <a:defRPr sz="1200" spc="0"/>
            </a:lvl1pPr>
          </a:lstStyle>
          <a:p>
            <a:r>
              <a:rPr lang="en-US"/>
              <a:t>Click icon to insert video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39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B3C8A5-C92B-FF43-94B9-527C04B668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D01DE23-F810-3254-F54A-33BF5ABB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8BDA976-C2B9-259B-FAD7-9A74DB5DFD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6661764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D099E-681E-91EE-39F4-F3A09508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C36B-6E4A-61AC-89EF-22727F79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E7EA-9631-1A51-7A86-A115C1B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6841D6-8544-ADE0-736C-D1D8C1212E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9428609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">
    <p:bg>
      <p:bgPr>
        <a:solidFill>
          <a:srgbClr val="00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950E-8F12-C4CD-E6B4-1837E4EF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67" y="1700213"/>
            <a:ext cx="5687233" cy="1874837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aphic 27">
            <a:extLst>
              <a:ext uri="{FF2B5EF4-FFF2-40B4-BE49-F238E27FC236}">
                <a16:creationId xmlns:a16="http://schemas.microsoft.com/office/drawing/2014/main" id="{B09873C8-579A-B15F-ACC3-3EFAA53C47D7}"/>
              </a:ext>
            </a:extLst>
          </p:cNvPr>
          <p:cNvGrpSpPr/>
          <p:nvPr/>
        </p:nvGrpSpPr>
        <p:grpSpPr>
          <a:xfrm>
            <a:off x="347176" y="340519"/>
            <a:ext cx="2059201" cy="511643"/>
            <a:chOff x="345229" y="342966"/>
            <a:chExt cx="2183552" cy="543683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F2A93E-116C-45AC-C62B-0130AB422FC5}"/>
                </a:ext>
              </a:extLst>
            </p:cNvPr>
            <p:cNvSpPr/>
            <p:nvPr/>
          </p:nvSpPr>
          <p:spPr>
            <a:xfrm>
              <a:off x="857264" y="531417"/>
              <a:ext cx="142031" cy="187586"/>
            </a:xfrm>
            <a:custGeom>
              <a:avLst/>
              <a:gdLst>
                <a:gd name="connsiteX0" fmla="*/ 0 w 142031"/>
                <a:gd name="connsiteY0" fmla="*/ 5 h 187586"/>
                <a:gd name="connsiteX1" fmla="*/ 75572 w 142031"/>
                <a:gd name="connsiteY1" fmla="*/ 5 h 187586"/>
                <a:gd name="connsiteX2" fmla="*/ 132115 w 142031"/>
                <a:gd name="connsiteY2" fmla="*/ 47436 h 187586"/>
                <a:gd name="connsiteX3" fmla="*/ 105317 w 142031"/>
                <a:gd name="connsiteY3" fmla="*/ 87631 h 187586"/>
                <a:gd name="connsiteX4" fmla="*/ 142032 w 142031"/>
                <a:gd name="connsiteY4" fmla="*/ 133990 h 187586"/>
                <a:gd name="connsiteX5" fmla="*/ 81199 w 142031"/>
                <a:gd name="connsiteY5" fmla="*/ 187587 h 187586"/>
                <a:gd name="connsiteX6" fmla="*/ 0 w 142031"/>
                <a:gd name="connsiteY6" fmla="*/ 187587 h 187586"/>
                <a:gd name="connsiteX7" fmla="*/ 0 w 142031"/>
                <a:gd name="connsiteY7" fmla="*/ 0 h 187586"/>
                <a:gd name="connsiteX8" fmla="*/ 0 w 142031"/>
                <a:gd name="connsiteY8" fmla="*/ 5 h 187586"/>
                <a:gd name="connsiteX9" fmla="*/ 69679 w 142031"/>
                <a:gd name="connsiteY9" fmla="*/ 77719 h 187586"/>
                <a:gd name="connsiteX10" fmla="*/ 97547 w 142031"/>
                <a:gd name="connsiteY10" fmla="*/ 51992 h 187586"/>
                <a:gd name="connsiteX11" fmla="*/ 69412 w 142031"/>
                <a:gd name="connsiteY11" fmla="*/ 27070 h 187586"/>
                <a:gd name="connsiteX12" fmla="*/ 35111 w 142031"/>
                <a:gd name="connsiteY12" fmla="*/ 27070 h 187586"/>
                <a:gd name="connsiteX13" fmla="*/ 35111 w 142031"/>
                <a:gd name="connsiteY13" fmla="*/ 77719 h 187586"/>
                <a:gd name="connsiteX14" fmla="*/ 69679 w 142031"/>
                <a:gd name="connsiteY14" fmla="*/ 77719 h 187586"/>
                <a:gd name="connsiteX15" fmla="*/ 75572 w 142031"/>
                <a:gd name="connsiteY15" fmla="*/ 160527 h 187586"/>
                <a:gd name="connsiteX16" fmla="*/ 106660 w 142031"/>
                <a:gd name="connsiteY16" fmla="*/ 132120 h 187586"/>
                <a:gd name="connsiteX17" fmla="*/ 74235 w 142031"/>
                <a:gd name="connsiteY17" fmla="*/ 103446 h 187586"/>
                <a:gd name="connsiteX18" fmla="*/ 35106 w 142031"/>
                <a:gd name="connsiteY18" fmla="*/ 103446 h 187586"/>
                <a:gd name="connsiteX19" fmla="*/ 35106 w 142031"/>
                <a:gd name="connsiteY19" fmla="*/ 160527 h 187586"/>
                <a:gd name="connsiteX20" fmla="*/ 75572 w 142031"/>
                <a:gd name="connsiteY20" fmla="*/ 160527 h 18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031" h="187586">
                  <a:moveTo>
                    <a:pt x="0" y="5"/>
                  </a:moveTo>
                  <a:lnTo>
                    <a:pt x="75572" y="5"/>
                  </a:lnTo>
                  <a:cubicBezTo>
                    <a:pt x="109873" y="5"/>
                    <a:pt x="132115" y="20106"/>
                    <a:pt x="132115" y="47436"/>
                  </a:cubicBezTo>
                  <a:cubicBezTo>
                    <a:pt x="132115" y="66731"/>
                    <a:pt x="121665" y="80666"/>
                    <a:pt x="105317" y="87631"/>
                  </a:cubicBezTo>
                  <a:cubicBezTo>
                    <a:pt x="126754" y="93796"/>
                    <a:pt x="142032" y="111215"/>
                    <a:pt x="142032" y="133990"/>
                  </a:cubicBezTo>
                  <a:cubicBezTo>
                    <a:pt x="142032" y="165345"/>
                    <a:pt x="119790" y="187587"/>
                    <a:pt x="81199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5" y="77719"/>
                    <a:pt x="97547" y="69146"/>
                    <a:pt x="97547" y="51992"/>
                  </a:cubicBezTo>
                  <a:cubicBezTo>
                    <a:pt x="97547" y="34839"/>
                    <a:pt x="84951" y="27070"/>
                    <a:pt x="69412" y="27070"/>
                  </a:cubicBezTo>
                  <a:lnTo>
                    <a:pt x="35111" y="27070"/>
                  </a:lnTo>
                  <a:lnTo>
                    <a:pt x="35111" y="77719"/>
                  </a:lnTo>
                  <a:lnTo>
                    <a:pt x="69679" y="77719"/>
                  </a:lnTo>
                  <a:close/>
                  <a:moveTo>
                    <a:pt x="75572" y="160527"/>
                  </a:moveTo>
                  <a:cubicBezTo>
                    <a:pt x="92453" y="160527"/>
                    <a:pt x="106660" y="151954"/>
                    <a:pt x="106660" y="132120"/>
                  </a:cubicBezTo>
                  <a:cubicBezTo>
                    <a:pt x="106660" y="112287"/>
                    <a:pt x="92459" y="103446"/>
                    <a:pt x="74235" y="103446"/>
                  </a:cubicBezTo>
                  <a:lnTo>
                    <a:pt x="35106" y="103446"/>
                  </a:lnTo>
                  <a:lnTo>
                    <a:pt x="35106" y="160527"/>
                  </a:lnTo>
                  <a:lnTo>
                    <a:pt x="75572" y="160527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93564C9-ABB5-90E7-6BE0-F5D7E3C15B20}"/>
                </a:ext>
              </a:extLst>
            </p:cNvPr>
            <p:cNvSpPr/>
            <p:nvPr/>
          </p:nvSpPr>
          <p:spPr>
            <a:xfrm>
              <a:off x="1009873" y="579660"/>
              <a:ext cx="135868" cy="143102"/>
            </a:xfrm>
            <a:custGeom>
              <a:avLst/>
              <a:gdLst>
                <a:gd name="connsiteX0" fmla="*/ 0 w 135868"/>
                <a:gd name="connsiteY0" fmla="*/ 71554 h 143102"/>
                <a:gd name="connsiteX1" fmla="*/ 60028 w 135868"/>
                <a:gd name="connsiteY1" fmla="*/ 0 h 143102"/>
                <a:gd name="connsiteX2" fmla="*/ 102905 w 135868"/>
                <a:gd name="connsiteY2" fmla="*/ 24117 h 143102"/>
                <a:gd name="connsiteX3" fmla="*/ 102905 w 135868"/>
                <a:gd name="connsiteY3" fmla="*/ 3751 h 143102"/>
                <a:gd name="connsiteX4" fmla="*/ 135868 w 135868"/>
                <a:gd name="connsiteY4" fmla="*/ 3751 h 143102"/>
                <a:gd name="connsiteX5" fmla="*/ 135868 w 135868"/>
                <a:gd name="connsiteY5" fmla="*/ 139351 h 143102"/>
                <a:gd name="connsiteX6" fmla="*/ 102905 w 135868"/>
                <a:gd name="connsiteY6" fmla="*/ 139351 h 143102"/>
                <a:gd name="connsiteX7" fmla="*/ 102905 w 135868"/>
                <a:gd name="connsiteY7" fmla="*/ 118985 h 143102"/>
                <a:gd name="connsiteX8" fmla="*/ 60028 w 135868"/>
                <a:gd name="connsiteY8" fmla="*/ 143103 h 143102"/>
                <a:gd name="connsiteX9" fmla="*/ 0 w 135868"/>
                <a:gd name="connsiteY9" fmla="*/ 71549 h 143102"/>
                <a:gd name="connsiteX10" fmla="*/ 0 w 135868"/>
                <a:gd name="connsiteY10" fmla="*/ 71554 h 143102"/>
                <a:gd name="connsiteX11" fmla="*/ 68069 w 135868"/>
                <a:gd name="connsiteY11" fmla="*/ 115505 h 143102"/>
                <a:gd name="connsiteX12" fmla="*/ 102368 w 135868"/>
                <a:gd name="connsiteY12" fmla="*/ 71554 h 143102"/>
                <a:gd name="connsiteX13" fmla="*/ 68069 w 135868"/>
                <a:gd name="connsiteY13" fmla="*/ 27602 h 143102"/>
                <a:gd name="connsiteX14" fmla="*/ 33770 w 135868"/>
                <a:gd name="connsiteY14" fmla="*/ 71554 h 143102"/>
                <a:gd name="connsiteX15" fmla="*/ 68069 w 135868"/>
                <a:gd name="connsiteY15" fmla="*/ 115505 h 14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5868" h="143102">
                  <a:moveTo>
                    <a:pt x="0" y="71554"/>
                  </a:moveTo>
                  <a:cubicBezTo>
                    <a:pt x="0" y="30017"/>
                    <a:pt x="22239" y="0"/>
                    <a:pt x="60028" y="0"/>
                  </a:cubicBezTo>
                  <a:cubicBezTo>
                    <a:pt x="79325" y="0"/>
                    <a:pt x="93790" y="8845"/>
                    <a:pt x="102905" y="24117"/>
                  </a:cubicBezTo>
                  <a:lnTo>
                    <a:pt x="102905" y="3751"/>
                  </a:lnTo>
                  <a:lnTo>
                    <a:pt x="135868" y="3751"/>
                  </a:lnTo>
                  <a:lnTo>
                    <a:pt x="135868" y="139351"/>
                  </a:lnTo>
                  <a:lnTo>
                    <a:pt x="102905" y="139351"/>
                  </a:lnTo>
                  <a:lnTo>
                    <a:pt x="102905" y="118985"/>
                  </a:lnTo>
                  <a:cubicBezTo>
                    <a:pt x="93790" y="133990"/>
                    <a:pt x="79318" y="143103"/>
                    <a:pt x="60028" y="143103"/>
                  </a:cubicBezTo>
                  <a:cubicBezTo>
                    <a:pt x="22239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9" y="115505"/>
                  </a:moveTo>
                  <a:cubicBezTo>
                    <a:pt x="90313" y="115505"/>
                    <a:pt x="102368" y="97553"/>
                    <a:pt x="102368" y="71554"/>
                  </a:cubicBezTo>
                  <a:cubicBezTo>
                    <a:pt x="102368" y="45555"/>
                    <a:pt x="90313" y="27602"/>
                    <a:pt x="68069" y="27602"/>
                  </a:cubicBezTo>
                  <a:cubicBezTo>
                    <a:pt x="45825" y="27602"/>
                    <a:pt x="33770" y="45555"/>
                    <a:pt x="33770" y="71554"/>
                  </a:cubicBezTo>
                  <a:cubicBezTo>
                    <a:pt x="33770" y="97553"/>
                    <a:pt x="46093" y="115505"/>
                    <a:pt x="68069" y="1155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C61BDBB-30A5-FD2E-FC25-5C485D01F047}"/>
                </a:ext>
              </a:extLst>
            </p:cNvPr>
            <p:cNvSpPr/>
            <p:nvPr/>
          </p:nvSpPr>
          <p:spPr>
            <a:xfrm>
              <a:off x="1169824" y="579922"/>
              <a:ext cx="123274" cy="139085"/>
            </a:xfrm>
            <a:custGeom>
              <a:avLst/>
              <a:gdLst>
                <a:gd name="connsiteX0" fmla="*/ 7 w 123274"/>
                <a:gd name="connsiteY0" fmla="*/ 3485 h 139085"/>
                <a:gd name="connsiteX1" fmla="*/ 32970 w 123274"/>
                <a:gd name="connsiteY1" fmla="*/ 3485 h 139085"/>
                <a:gd name="connsiteX2" fmla="*/ 32970 w 123274"/>
                <a:gd name="connsiteY2" fmla="*/ 24923 h 139085"/>
                <a:gd name="connsiteX3" fmla="*/ 74773 w 123274"/>
                <a:gd name="connsiteY3" fmla="*/ 0 h 139085"/>
                <a:gd name="connsiteX4" fmla="*/ 123275 w 123274"/>
                <a:gd name="connsiteY4" fmla="*/ 52259 h 139085"/>
                <a:gd name="connsiteX5" fmla="*/ 123275 w 123274"/>
                <a:gd name="connsiteY5" fmla="*/ 139086 h 139085"/>
                <a:gd name="connsiteX6" fmla="*/ 89506 w 123274"/>
                <a:gd name="connsiteY6" fmla="*/ 139086 h 139085"/>
                <a:gd name="connsiteX7" fmla="*/ 89506 w 123274"/>
                <a:gd name="connsiteY7" fmla="*/ 58153 h 139085"/>
                <a:gd name="connsiteX8" fmla="*/ 63779 w 123274"/>
                <a:gd name="connsiteY8" fmla="*/ 27603 h 139085"/>
                <a:gd name="connsiteX9" fmla="*/ 33762 w 123274"/>
                <a:gd name="connsiteY9" fmla="*/ 66727 h 139085"/>
                <a:gd name="connsiteX10" fmla="*/ 33762 w 123274"/>
                <a:gd name="connsiteY10" fmla="*/ 139086 h 139085"/>
                <a:gd name="connsiteX11" fmla="*/ 0 w 123274"/>
                <a:gd name="connsiteY11" fmla="*/ 139086 h 139085"/>
                <a:gd name="connsiteX12" fmla="*/ 0 w 123274"/>
                <a:gd name="connsiteY12" fmla="*/ 3485 h 139085"/>
                <a:gd name="connsiteX13" fmla="*/ 7 w 123274"/>
                <a:gd name="connsiteY13" fmla="*/ 3485 h 13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274" h="139085">
                  <a:moveTo>
                    <a:pt x="7" y="3485"/>
                  </a:moveTo>
                  <a:lnTo>
                    <a:pt x="32970" y="3485"/>
                  </a:lnTo>
                  <a:lnTo>
                    <a:pt x="32970" y="24923"/>
                  </a:lnTo>
                  <a:cubicBezTo>
                    <a:pt x="40736" y="8846"/>
                    <a:pt x="57355" y="0"/>
                    <a:pt x="74773" y="0"/>
                  </a:cubicBezTo>
                  <a:cubicBezTo>
                    <a:pt x="106662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2" y="42076"/>
                    <a:pt x="33762" y="66727"/>
                  </a:cubicBezTo>
                  <a:lnTo>
                    <a:pt x="33762" y="139086"/>
                  </a:lnTo>
                  <a:lnTo>
                    <a:pt x="0" y="139086"/>
                  </a:lnTo>
                  <a:lnTo>
                    <a:pt x="0" y="3485"/>
                  </a:lnTo>
                  <a:lnTo>
                    <a:pt x="7" y="3485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03E351-3E26-37F4-F921-68E9CC5296B5}"/>
                </a:ext>
              </a:extLst>
            </p:cNvPr>
            <p:cNvSpPr/>
            <p:nvPr/>
          </p:nvSpPr>
          <p:spPr>
            <a:xfrm>
              <a:off x="1309168" y="579660"/>
              <a:ext cx="132114" cy="191343"/>
            </a:xfrm>
            <a:custGeom>
              <a:avLst/>
              <a:gdLst>
                <a:gd name="connsiteX0" fmla="*/ 2678 w 132114"/>
                <a:gd name="connsiteY0" fmla="*/ 147931 h 191343"/>
                <a:gd name="connsiteX1" fmla="*/ 36977 w 132114"/>
                <a:gd name="connsiteY1" fmla="*/ 147931 h 191343"/>
                <a:gd name="connsiteX2" fmla="*/ 66457 w 132114"/>
                <a:gd name="connsiteY2" fmla="*/ 165350 h 191343"/>
                <a:gd name="connsiteX3" fmla="*/ 98346 w 132114"/>
                <a:gd name="connsiteY3" fmla="*/ 130244 h 191343"/>
                <a:gd name="connsiteX4" fmla="*/ 98346 w 132114"/>
                <a:gd name="connsiteY4" fmla="*/ 114967 h 191343"/>
                <a:gd name="connsiteX5" fmla="*/ 58953 w 132114"/>
                <a:gd name="connsiteY5" fmla="*/ 133724 h 191343"/>
                <a:gd name="connsiteX6" fmla="*/ 0 w 132114"/>
                <a:gd name="connsiteY6" fmla="*/ 66998 h 191343"/>
                <a:gd name="connsiteX7" fmla="*/ 58953 w 132114"/>
                <a:gd name="connsiteY7" fmla="*/ 0 h 191343"/>
                <a:gd name="connsiteX8" fmla="*/ 99420 w 132114"/>
                <a:gd name="connsiteY8" fmla="*/ 21171 h 191343"/>
                <a:gd name="connsiteX9" fmla="*/ 99420 w 132114"/>
                <a:gd name="connsiteY9" fmla="*/ 3751 h 191343"/>
                <a:gd name="connsiteX10" fmla="*/ 132115 w 132114"/>
                <a:gd name="connsiteY10" fmla="*/ 3751 h 191343"/>
                <a:gd name="connsiteX11" fmla="*/ 132115 w 132114"/>
                <a:gd name="connsiteY11" fmla="*/ 129972 h 191343"/>
                <a:gd name="connsiteX12" fmla="*/ 65920 w 132114"/>
                <a:gd name="connsiteY12" fmla="*/ 191344 h 191343"/>
                <a:gd name="connsiteX13" fmla="*/ 2671 w 132114"/>
                <a:gd name="connsiteY13" fmla="*/ 147931 h 191343"/>
                <a:gd name="connsiteX14" fmla="*/ 2678 w 132114"/>
                <a:gd name="connsiteY14" fmla="*/ 147931 h 191343"/>
                <a:gd name="connsiteX15" fmla="*/ 66732 w 132114"/>
                <a:gd name="connsiteY15" fmla="*/ 106393 h 191343"/>
                <a:gd name="connsiteX16" fmla="*/ 99957 w 132114"/>
                <a:gd name="connsiteY16" fmla="*/ 66998 h 191343"/>
                <a:gd name="connsiteX17" fmla="*/ 66732 w 132114"/>
                <a:gd name="connsiteY17" fmla="*/ 27602 h 191343"/>
                <a:gd name="connsiteX18" fmla="*/ 33769 w 132114"/>
                <a:gd name="connsiteY18" fmla="*/ 66998 h 191343"/>
                <a:gd name="connsiteX19" fmla="*/ 66732 w 132114"/>
                <a:gd name="connsiteY19" fmla="*/ 106393 h 19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114" h="191343">
                  <a:moveTo>
                    <a:pt x="2678" y="147931"/>
                  </a:moveTo>
                  <a:lnTo>
                    <a:pt x="36977" y="147931"/>
                  </a:lnTo>
                  <a:cubicBezTo>
                    <a:pt x="40199" y="158380"/>
                    <a:pt x="49844" y="165350"/>
                    <a:pt x="66457" y="165350"/>
                  </a:cubicBezTo>
                  <a:cubicBezTo>
                    <a:pt x="89238" y="165350"/>
                    <a:pt x="98346" y="151149"/>
                    <a:pt x="98346" y="130244"/>
                  </a:cubicBezTo>
                  <a:lnTo>
                    <a:pt x="98346" y="114967"/>
                  </a:lnTo>
                  <a:cubicBezTo>
                    <a:pt x="89506" y="126759"/>
                    <a:pt x="76109" y="133724"/>
                    <a:pt x="58953" y="133724"/>
                  </a:cubicBezTo>
                  <a:cubicBezTo>
                    <a:pt x="21975" y="133724"/>
                    <a:pt x="0" y="105855"/>
                    <a:pt x="0" y="66998"/>
                  </a:cubicBezTo>
                  <a:cubicBezTo>
                    <a:pt x="0" y="28141"/>
                    <a:pt x="21975" y="0"/>
                    <a:pt x="58953" y="0"/>
                  </a:cubicBezTo>
                  <a:cubicBezTo>
                    <a:pt x="76914" y="0"/>
                    <a:pt x="90573" y="8041"/>
                    <a:pt x="99420" y="21171"/>
                  </a:cubicBezTo>
                  <a:lnTo>
                    <a:pt x="99420" y="3751"/>
                  </a:lnTo>
                  <a:lnTo>
                    <a:pt x="132115" y="3751"/>
                  </a:lnTo>
                  <a:lnTo>
                    <a:pt x="132115" y="129972"/>
                  </a:lnTo>
                  <a:cubicBezTo>
                    <a:pt x="132115" y="169096"/>
                    <a:pt x="106119" y="191344"/>
                    <a:pt x="65920" y="191344"/>
                  </a:cubicBezTo>
                  <a:cubicBezTo>
                    <a:pt x="30010" y="191344"/>
                    <a:pt x="6699" y="174463"/>
                    <a:pt x="2671" y="147931"/>
                  </a:cubicBezTo>
                  <a:lnTo>
                    <a:pt x="2678" y="147931"/>
                  </a:lnTo>
                  <a:close/>
                  <a:moveTo>
                    <a:pt x="66732" y="106393"/>
                  </a:moveTo>
                  <a:cubicBezTo>
                    <a:pt x="87902" y="106393"/>
                    <a:pt x="99957" y="90316"/>
                    <a:pt x="99957" y="66998"/>
                  </a:cubicBezTo>
                  <a:cubicBezTo>
                    <a:pt x="99957" y="43679"/>
                    <a:pt x="87902" y="27602"/>
                    <a:pt x="66732" y="27602"/>
                  </a:cubicBezTo>
                  <a:cubicBezTo>
                    <a:pt x="45555" y="27602"/>
                    <a:pt x="33769" y="43679"/>
                    <a:pt x="33769" y="66998"/>
                  </a:cubicBezTo>
                  <a:cubicBezTo>
                    <a:pt x="33769" y="90316"/>
                    <a:pt x="45824" y="106393"/>
                    <a:pt x="66732" y="106393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0A13F1-B737-0753-A4AA-677282AAD81E}"/>
                </a:ext>
              </a:extLst>
            </p:cNvPr>
            <p:cNvSpPr/>
            <p:nvPr/>
          </p:nvSpPr>
          <p:spPr>
            <a:xfrm>
              <a:off x="1465487" y="531430"/>
              <a:ext cx="129973" cy="187592"/>
            </a:xfrm>
            <a:custGeom>
              <a:avLst/>
              <a:gdLst>
                <a:gd name="connsiteX0" fmla="*/ 33762 w 129973"/>
                <a:gd name="connsiteY0" fmla="*/ 121660 h 187592"/>
                <a:gd name="connsiteX1" fmla="*/ 33762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2 w 129973"/>
                <a:gd name="connsiteY4" fmla="*/ 0 h 187592"/>
                <a:gd name="connsiteX5" fmla="*/ 33762 w 129973"/>
                <a:gd name="connsiteY5" fmla="*/ 107731 h 187592"/>
                <a:gd name="connsiteX6" fmla="*/ 82270 w 129973"/>
                <a:gd name="connsiteY6" fmla="*/ 51987 h 187592"/>
                <a:gd name="connsiteX7" fmla="*/ 122731 w 129973"/>
                <a:gd name="connsiteY7" fmla="*/ 51987 h 187592"/>
                <a:gd name="connsiteX8" fmla="*/ 67531 w 129973"/>
                <a:gd name="connsiteY8" fmla="*/ 113358 h 187592"/>
                <a:gd name="connsiteX9" fmla="*/ 129974 w 129973"/>
                <a:gd name="connsiteY9" fmla="*/ 187593 h 187592"/>
                <a:gd name="connsiteX10" fmla="*/ 88432 w 129973"/>
                <a:gd name="connsiteY10" fmla="*/ 187593 h 187592"/>
                <a:gd name="connsiteX11" fmla="*/ 33769 w 129973"/>
                <a:gd name="connsiteY11" fmla="*/ 121666 h 187592"/>
                <a:gd name="connsiteX12" fmla="*/ 33762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2" y="121660"/>
                  </a:moveTo>
                  <a:lnTo>
                    <a:pt x="33762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2" y="0"/>
                  </a:lnTo>
                  <a:lnTo>
                    <a:pt x="33762" y="107731"/>
                  </a:lnTo>
                  <a:lnTo>
                    <a:pt x="82270" y="51987"/>
                  </a:lnTo>
                  <a:lnTo>
                    <a:pt x="122731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2" y="187593"/>
                  </a:lnTo>
                  <a:lnTo>
                    <a:pt x="33769" y="121666"/>
                  </a:lnTo>
                  <a:lnTo>
                    <a:pt x="33762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CAE906-A8EB-64FA-F645-A3BAFAA08EF0}"/>
                </a:ext>
              </a:extLst>
            </p:cNvPr>
            <p:cNvSpPr/>
            <p:nvPr/>
          </p:nvSpPr>
          <p:spPr>
            <a:xfrm>
              <a:off x="1586654" y="579391"/>
              <a:ext cx="137209" cy="143641"/>
            </a:xfrm>
            <a:custGeom>
              <a:avLst/>
              <a:gdLst>
                <a:gd name="connsiteX0" fmla="*/ 0 w 137209"/>
                <a:gd name="connsiteY0" fmla="*/ 71821 h 143641"/>
                <a:gd name="connsiteX1" fmla="*/ 68873 w 137209"/>
                <a:gd name="connsiteY1" fmla="*/ 0 h 143641"/>
                <a:gd name="connsiteX2" fmla="*/ 137209 w 137209"/>
                <a:gd name="connsiteY2" fmla="*/ 71821 h 143641"/>
                <a:gd name="connsiteX3" fmla="*/ 68873 w 137209"/>
                <a:gd name="connsiteY3" fmla="*/ 143641 h 143641"/>
                <a:gd name="connsiteX4" fmla="*/ 0 w 137209"/>
                <a:gd name="connsiteY4" fmla="*/ 71821 h 143641"/>
                <a:gd name="connsiteX5" fmla="*/ 68873 w 137209"/>
                <a:gd name="connsiteY5" fmla="*/ 116305 h 143641"/>
                <a:gd name="connsiteX6" fmla="*/ 103441 w 137209"/>
                <a:gd name="connsiteY6" fmla="*/ 71821 h 143641"/>
                <a:gd name="connsiteX7" fmla="*/ 68873 w 137209"/>
                <a:gd name="connsiteY7" fmla="*/ 27337 h 143641"/>
                <a:gd name="connsiteX8" fmla="*/ 33769 w 137209"/>
                <a:gd name="connsiteY8" fmla="*/ 71821 h 143641"/>
                <a:gd name="connsiteX9" fmla="*/ 68873 w 137209"/>
                <a:gd name="connsiteY9" fmla="*/ 116305 h 14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209" h="143641">
                  <a:moveTo>
                    <a:pt x="0" y="71821"/>
                  </a:moveTo>
                  <a:cubicBezTo>
                    <a:pt x="0" y="30283"/>
                    <a:pt x="25466" y="0"/>
                    <a:pt x="68873" y="0"/>
                  </a:cubicBezTo>
                  <a:cubicBezTo>
                    <a:pt x="112287" y="0"/>
                    <a:pt x="137209" y="30283"/>
                    <a:pt x="137209" y="71821"/>
                  </a:cubicBezTo>
                  <a:cubicBezTo>
                    <a:pt x="137209" y="113358"/>
                    <a:pt x="112025" y="143641"/>
                    <a:pt x="68873" y="143641"/>
                  </a:cubicBezTo>
                  <a:cubicBezTo>
                    <a:pt x="25728" y="143641"/>
                    <a:pt x="0" y="113358"/>
                    <a:pt x="0" y="71821"/>
                  </a:cubicBezTo>
                  <a:close/>
                  <a:moveTo>
                    <a:pt x="68873" y="116305"/>
                  </a:moveTo>
                  <a:cubicBezTo>
                    <a:pt x="91386" y="116305"/>
                    <a:pt x="103441" y="97814"/>
                    <a:pt x="103441" y="71821"/>
                  </a:cubicBezTo>
                  <a:cubicBezTo>
                    <a:pt x="103441" y="45827"/>
                    <a:pt x="91386" y="27337"/>
                    <a:pt x="68873" y="27337"/>
                  </a:cubicBezTo>
                  <a:cubicBezTo>
                    <a:pt x="46367" y="27337"/>
                    <a:pt x="33769" y="46094"/>
                    <a:pt x="33769" y="71821"/>
                  </a:cubicBezTo>
                  <a:cubicBezTo>
                    <a:pt x="33769" y="97548"/>
                    <a:pt x="46099" y="116305"/>
                    <a:pt x="68873" y="1163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3B32C6-EE18-5BFD-7655-3CAE8120B78C}"/>
                </a:ext>
              </a:extLst>
            </p:cNvPr>
            <p:cNvSpPr/>
            <p:nvPr/>
          </p:nvSpPr>
          <p:spPr>
            <a:xfrm>
              <a:off x="1740798" y="531430"/>
              <a:ext cx="129973" cy="187592"/>
            </a:xfrm>
            <a:custGeom>
              <a:avLst/>
              <a:gdLst>
                <a:gd name="connsiteX0" fmla="*/ 33769 w 129973"/>
                <a:gd name="connsiteY0" fmla="*/ 121660 h 187592"/>
                <a:gd name="connsiteX1" fmla="*/ 33769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9 w 129973"/>
                <a:gd name="connsiteY4" fmla="*/ 0 h 187592"/>
                <a:gd name="connsiteX5" fmla="*/ 33769 w 129973"/>
                <a:gd name="connsiteY5" fmla="*/ 107731 h 187592"/>
                <a:gd name="connsiteX6" fmla="*/ 82270 w 129973"/>
                <a:gd name="connsiteY6" fmla="*/ 51987 h 187592"/>
                <a:gd name="connsiteX7" fmla="*/ 122738 w 129973"/>
                <a:gd name="connsiteY7" fmla="*/ 51987 h 187592"/>
                <a:gd name="connsiteX8" fmla="*/ 67531 w 129973"/>
                <a:gd name="connsiteY8" fmla="*/ 113358 h 187592"/>
                <a:gd name="connsiteX9" fmla="*/ 129974 w 129973"/>
                <a:gd name="connsiteY9" fmla="*/ 187593 h 187592"/>
                <a:gd name="connsiteX10" fmla="*/ 88439 w 129973"/>
                <a:gd name="connsiteY10" fmla="*/ 187593 h 187592"/>
                <a:gd name="connsiteX11" fmla="*/ 33769 w 129973"/>
                <a:gd name="connsiteY11" fmla="*/ 121666 h 187592"/>
                <a:gd name="connsiteX12" fmla="*/ 33769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DE1EA6-8854-3BAA-5815-B54E9218249B}"/>
                </a:ext>
              </a:extLst>
            </p:cNvPr>
            <p:cNvSpPr/>
            <p:nvPr/>
          </p:nvSpPr>
          <p:spPr>
            <a:xfrm>
              <a:off x="1939369" y="531417"/>
              <a:ext cx="142035" cy="187586"/>
            </a:xfrm>
            <a:custGeom>
              <a:avLst/>
              <a:gdLst>
                <a:gd name="connsiteX0" fmla="*/ 0 w 142035"/>
                <a:gd name="connsiteY0" fmla="*/ 5 h 187586"/>
                <a:gd name="connsiteX1" fmla="*/ 75572 w 142035"/>
                <a:gd name="connsiteY1" fmla="*/ 5 h 187586"/>
                <a:gd name="connsiteX2" fmla="*/ 132115 w 142035"/>
                <a:gd name="connsiteY2" fmla="*/ 47436 h 187586"/>
                <a:gd name="connsiteX3" fmla="*/ 105320 w 142035"/>
                <a:gd name="connsiteY3" fmla="*/ 87631 h 187586"/>
                <a:gd name="connsiteX4" fmla="*/ 142035 w 142035"/>
                <a:gd name="connsiteY4" fmla="*/ 133990 h 187586"/>
                <a:gd name="connsiteX5" fmla="*/ 81203 w 142035"/>
                <a:gd name="connsiteY5" fmla="*/ 187587 h 187586"/>
                <a:gd name="connsiteX6" fmla="*/ 0 w 142035"/>
                <a:gd name="connsiteY6" fmla="*/ 187587 h 187586"/>
                <a:gd name="connsiteX7" fmla="*/ 0 w 142035"/>
                <a:gd name="connsiteY7" fmla="*/ 0 h 187586"/>
                <a:gd name="connsiteX8" fmla="*/ 0 w 142035"/>
                <a:gd name="connsiteY8" fmla="*/ 5 h 187586"/>
                <a:gd name="connsiteX9" fmla="*/ 69679 w 142035"/>
                <a:gd name="connsiteY9" fmla="*/ 77719 h 187586"/>
                <a:gd name="connsiteX10" fmla="*/ 97547 w 142035"/>
                <a:gd name="connsiteY10" fmla="*/ 51992 h 187586"/>
                <a:gd name="connsiteX11" fmla="*/ 69410 w 142035"/>
                <a:gd name="connsiteY11" fmla="*/ 27070 h 187586"/>
                <a:gd name="connsiteX12" fmla="*/ 35104 w 142035"/>
                <a:gd name="connsiteY12" fmla="*/ 27070 h 187586"/>
                <a:gd name="connsiteX13" fmla="*/ 35104 w 142035"/>
                <a:gd name="connsiteY13" fmla="*/ 77719 h 187586"/>
                <a:gd name="connsiteX14" fmla="*/ 69679 w 142035"/>
                <a:gd name="connsiteY14" fmla="*/ 77719 h 187586"/>
                <a:gd name="connsiteX15" fmla="*/ 75578 w 142035"/>
                <a:gd name="connsiteY15" fmla="*/ 160527 h 187586"/>
                <a:gd name="connsiteX16" fmla="*/ 106669 w 142035"/>
                <a:gd name="connsiteY16" fmla="*/ 132120 h 187586"/>
                <a:gd name="connsiteX17" fmla="*/ 74243 w 142035"/>
                <a:gd name="connsiteY17" fmla="*/ 103446 h 187586"/>
                <a:gd name="connsiteX18" fmla="*/ 35111 w 142035"/>
                <a:gd name="connsiteY18" fmla="*/ 103446 h 187586"/>
                <a:gd name="connsiteX19" fmla="*/ 35111 w 142035"/>
                <a:gd name="connsiteY19" fmla="*/ 160527 h 187586"/>
                <a:gd name="connsiteX20" fmla="*/ 75578 w 142035"/>
                <a:gd name="connsiteY20" fmla="*/ 160527 h 18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035" h="187586">
                  <a:moveTo>
                    <a:pt x="0" y="5"/>
                  </a:moveTo>
                  <a:lnTo>
                    <a:pt x="75572" y="5"/>
                  </a:lnTo>
                  <a:cubicBezTo>
                    <a:pt x="109877" y="5"/>
                    <a:pt x="132115" y="20106"/>
                    <a:pt x="132115" y="47436"/>
                  </a:cubicBezTo>
                  <a:cubicBezTo>
                    <a:pt x="132115" y="66731"/>
                    <a:pt x="121664" y="80666"/>
                    <a:pt x="105320" y="87631"/>
                  </a:cubicBezTo>
                  <a:cubicBezTo>
                    <a:pt x="126759" y="93796"/>
                    <a:pt x="142035" y="111215"/>
                    <a:pt x="142035" y="133990"/>
                  </a:cubicBezTo>
                  <a:cubicBezTo>
                    <a:pt x="142035" y="165345"/>
                    <a:pt x="119791" y="187587"/>
                    <a:pt x="81203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4" y="77719"/>
                    <a:pt x="97547" y="69146"/>
                    <a:pt x="97547" y="51992"/>
                  </a:cubicBezTo>
                  <a:cubicBezTo>
                    <a:pt x="97547" y="34839"/>
                    <a:pt x="84949" y="27070"/>
                    <a:pt x="69410" y="27070"/>
                  </a:cubicBezTo>
                  <a:lnTo>
                    <a:pt x="35104" y="27070"/>
                  </a:lnTo>
                  <a:lnTo>
                    <a:pt x="35104" y="77719"/>
                  </a:lnTo>
                  <a:lnTo>
                    <a:pt x="69679" y="77719"/>
                  </a:lnTo>
                  <a:close/>
                  <a:moveTo>
                    <a:pt x="75578" y="160527"/>
                  </a:moveTo>
                  <a:cubicBezTo>
                    <a:pt x="92459" y="160527"/>
                    <a:pt x="106669" y="151954"/>
                    <a:pt x="106669" y="132120"/>
                  </a:cubicBezTo>
                  <a:cubicBezTo>
                    <a:pt x="106669" y="112287"/>
                    <a:pt x="92466" y="103446"/>
                    <a:pt x="74243" y="103446"/>
                  </a:cubicBezTo>
                  <a:lnTo>
                    <a:pt x="35111" y="103446"/>
                  </a:lnTo>
                  <a:lnTo>
                    <a:pt x="35111" y="160527"/>
                  </a:lnTo>
                  <a:lnTo>
                    <a:pt x="75578" y="160527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02581DC-9941-7C98-5DF2-13F62249F9AE}"/>
                </a:ext>
              </a:extLst>
            </p:cNvPr>
            <p:cNvSpPr/>
            <p:nvPr/>
          </p:nvSpPr>
          <p:spPr>
            <a:xfrm>
              <a:off x="2091983" y="579660"/>
              <a:ext cx="135866" cy="143102"/>
            </a:xfrm>
            <a:custGeom>
              <a:avLst/>
              <a:gdLst>
                <a:gd name="connsiteX0" fmla="*/ 0 w 135866"/>
                <a:gd name="connsiteY0" fmla="*/ 71554 h 143102"/>
                <a:gd name="connsiteX1" fmla="*/ 60026 w 135866"/>
                <a:gd name="connsiteY1" fmla="*/ 0 h 143102"/>
                <a:gd name="connsiteX2" fmla="*/ 102904 w 135866"/>
                <a:gd name="connsiteY2" fmla="*/ 24117 h 143102"/>
                <a:gd name="connsiteX3" fmla="*/ 102904 w 135866"/>
                <a:gd name="connsiteY3" fmla="*/ 3751 h 143102"/>
                <a:gd name="connsiteX4" fmla="*/ 135867 w 135866"/>
                <a:gd name="connsiteY4" fmla="*/ 3751 h 143102"/>
                <a:gd name="connsiteX5" fmla="*/ 135867 w 135866"/>
                <a:gd name="connsiteY5" fmla="*/ 139351 h 143102"/>
                <a:gd name="connsiteX6" fmla="*/ 102904 w 135866"/>
                <a:gd name="connsiteY6" fmla="*/ 139351 h 143102"/>
                <a:gd name="connsiteX7" fmla="*/ 102904 w 135866"/>
                <a:gd name="connsiteY7" fmla="*/ 118985 h 143102"/>
                <a:gd name="connsiteX8" fmla="*/ 60026 w 135866"/>
                <a:gd name="connsiteY8" fmla="*/ 143103 h 143102"/>
                <a:gd name="connsiteX9" fmla="*/ 0 w 135866"/>
                <a:gd name="connsiteY9" fmla="*/ 71549 h 143102"/>
                <a:gd name="connsiteX10" fmla="*/ 0 w 135866"/>
                <a:gd name="connsiteY10" fmla="*/ 71554 h 143102"/>
                <a:gd name="connsiteX11" fmla="*/ 68068 w 135866"/>
                <a:gd name="connsiteY11" fmla="*/ 115505 h 143102"/>
                <a:gd name="connsiteX12" fmla="*/ 102367 w 135866"/>
                <a:gd name="connsiteY12" fmla="*/ 71554 h 143102"/>
                <a:gd name="connsiteX13" fmla="*/ 68068 w 135866"/>
                <a:gd name="connsiteY13" fmla="*/ 27602 h 143102"/>
                <a:gd name="connsiteX14" fmla="*/ 33762 w 135866"/>
                <a:gd name="connsiteY14" fmla="*/ 71554 h 143102"/>
                <a:gd name="connsiteX15" fmla="*/ 68068 w 135866"/>
                <a:gd name="connsiteY15" fmla="*/ 115505 h 14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5866" h="143102">
                  <a:moveTo>
                    <a:pt x="0" y="71554"/>
                  </a:moveTo>
                  <a:cubicBezTo>
                    <a:pt x="0" y="30017"/>
                    <a:pt x="22237" y="0"/>
                    <a:pt x="60026" y="0"/>
                  </a:cubicBezTo>
                  <a:cubicBezTo>
                    <a:pt x="79317" y="0"/>
                    <a:pt x="93795" y="8845"/>
                    <a:pt x="102904" y="24117"/>
                  </a:cubicBezTo>
                  <a:lnTo>
                    <a:pt x="102904" y="3751"/>
                  </a:lnTo>
                  <a:lnTo>
                    <a:pt x="135867" y="3751"/>
                  </a:lnTo>
                  <a:lnTo>
                    <a:pt x="135867" y="139351"/>
                  </a:lnTo>
                  <a:lnTo>
                    <a:pt x="102904" y="139351"/>
                  </a:lnTo>
                  <a:lnTo>
                    <a:pt x="102904" y="118985"/>
                  </a:lnTo>
                  <a:cubicBezTo>
                    <a:pt x="93795" y="133990"/>
                    <a:pt x="79317" y="143103"/>
                    <a:pt x="60026" y="143103"/>
                  </a:cubicBezTo>
                  <a:cubicBezTo>
                    <a:pt x="22237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8" y="115505"/>
                  </a:moveTo>
                  <a:cubicBezTo>
                    <a:pt x="90305" y="115505"/>
                    <a:pt x="102367" y="97553"/>
                    <a:pt x="102367" y="71554"/>
                  </a:cubicBezTo>
                  <a:cubicBezTo>
                    <a:pt x="102367" y="45555"/>
                    <a:pt x="90305" y="27602"/>
                    <a:pt x="68068" y="27602"/>
                  </a:cubicBezTo>
                  <a:cubicBezTo>
                    <a:pt x="45824" y="27602"/>
                    <a:pt x="33762" y="45555"/>
                    <a:pt x="33762" y="71554"/>
                  </a:cubicBezTo>
                  <a:cubicBezTo>
                    <a:pt x="33762" y="97553"/>
                    <a:pt x="46099" y="115505"/>
                    <a:pt x="68068" y="1155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0594529-011E-66B4-23CB-891A2AEF62C4}"/>
                </a:ext>
              </a:extLst>
            </p:cNvPr>
            <p:cNvSpPr/>
            <p:nvPr/>
          </p:nvSpPr>
          <p:spPr>
            <a:xfrm>
              <a:off x="2251933" y="579922"/>
              <a:ext cx="123274" cy="139085"/>
            </a:xfrm>
            <a:custGeom>
              <a:avLst/>
              <a:gdLst>
                <a:gd name="connsiteX0" fmla="*/ 0 w 123274"/>
                <a:gd name="connsiteY0" fmla="*/ 3485 h 139085"/>
                <a:gd name="connsiteX1" fmla="*/ 32963 w 123274"/>
                <a:gd name="connsiteY1" fmla="*/ 3485 h 139085"/>
                <a:gd name="connsiteX2" fmla="*/ 32963 w 123274"/>
                <a:gd name="connsiteY2" fmla="*/ 24923 h 139085"/>
                <a:gd name="connsiteX3" fmla="*/ 74766 w 123274"/>
                <a:gd name="connsiteY3" fmla="*/ 0 h 139085"/>
                <a:gd name="connsiteX4" fmla="*/ 123275 w 123274"/>
                <a:gd name="connsiteY4" fmla="*/ 52259 h 139085"/>
                <a:gd name="connsiteX5" fmla="*/ 123275 w 123274"/>
                <a:gd name="connsiteY5" fmla="*/ 139086 h 139085"/>
                <a:gd name="connsiteX6" fmla="*/ 89506 w 123274"/>
                <a:gd name="connsiteY6" fmla="*/ 139086 h 139085"/>
                <a:gd name="connsiteX7" fmla="*/ 89506 w 123274"/>
                <a:gd name="connsiteY7" fmla="*/ 58153 h 139085"/>
                <a:gd name="connsiteX8" fmla="*/ 63779 w 123274"/>
                <a:gd name="connsiteY8" fmla="*/ 27603 h 139085"/>
                <a:gd name="connsiteX9" fmla="*/ 33769 w 123274"/>
                <a:gd name="connsiteY9" fmla="*/ 66727 h 139085"/>
                <a:gd name="connsiteX10" fmla="*/ 33769 w 123274"/>
                <a:gd name="connsiteY10" fmla="*/ 139086 h 139085"/>
                <a:gd name="connsiteX11" fmla="*/ 0 w 123274"/>
                <a:gd name="connsiteY11" fmla="*/ 139086 h 139085"/>
                <a:gd name="connsiteX12" fmla="*/ 0 w 123274"/>
                <a:gd name="connsiteY12" fmla="*/ 3485 h 13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74" h="139085">
                  <a:moveTo>
                    <a:pt x="0" y="3485"/>
                  </a:moveTo>
                  <a:lnTo>
                    <a:pt x="32963" y="3485"/>
                  </a:lnTo>
                  <a:lnTo>
                    <a:pt x="32963" y="24923"/>
                  </a:lnTo>
                  <a:cubicBezTo>
                    <a:pt x="40729" y="8846"/>
                    <a:pt x="57348" y="0"/>
                    <a:pt x="74766" y="0"/>
                  </a:cubicBezTo>
                  <a:cubicBezTo>
                    <a:pt x="106656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9" y="42076"/>
                    <a:pt x="33769" y="66727"/>
                  </a:cubicBezTo>
                  <a:lnTo>
                    <a:pt x="33769" y="139086"/>
                  </a:lnTo>
                  <a:lnTo>
                    <a:pt x="0" y="139086"/>
                  </a:lnTo>
                  <a:lnTo>
                    <a:pt x="0" y="3485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7FA15A-8888-1611-6F62-5DEA85D85F1D}"/>
                </a:ext>
              </a:extLst>
            </p:cNvPr>
            <p:cNvSpPr/>
            <p:nvPr/>
          </p:nvSpPr>
          <p:spPr>
            <a:xfrm>
              <a:off x="2398807" y="531430"/>
              <a:ext cx="129973" cy="187592"/>
            </a:xfrm>
            <a:custGeom>
              <a:avLst/>
              <a:gdLst>
                <a:gd name="connsiteX0" fmla="*/ 33769 w 129973"/>
                <a:gd name="connsiteY0" fmla="*/ 121660 h 187592"/>
                <a:gd name="connsiteX1" fmla="*/ 33769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9 w 129973"/>
                <a:gd name="connsiteY4" fmla="*/ 0 h 187592"/>
                <a:gd name="connsiteX5" fmla="*/ 33769 w 129973"/>
                <a:gd name="connsiteY5" fmla="*/ 107731 h 187592"/>
                <a:gd name="connsiteX6" fmla="*/ 82270 w 129973"/>
                <a:gd name="connsiteY6" fmla="*/ 51987 h 187592"/>
                <a:gd name="connsiteX7" fmla="*/ 122738 w 129973"/>
                <a:gd name="connsiteY7" fmla="*/ 51987 h 187592"/>
                <a:gd name="connsiteX8" fmla="*/ 67531 w 129973"/>
                <a:gd name="connsiteY8" fmla="*/ 113358 h 187592"/>
                <a:gd name="connsiteX9" fmla="*/ 129973 w 129973"/>
                <a:gd name="connsiteY9" fmla="*/ 187593 h 187592"/>
                <a:gd name="connsiteX10" fmla="*/ 88439 w 129973"/>
                <a:gd name="connsiteY10" fmla="*/ 187593 h 187592"/>
                <a:gd name="connsiteX11" fmla="*/ 33769 w 129973"/>
                <a:gd name="connsiteY11" fmla="*/ 121666 h 187592"/>
                <a:gd name="connsiteX12" fmla="*/ 33769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3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18FF21-5FA7-5EBB-A745-072CA737CF44}"/>
                </a:ext>
              </a:extLst>
            </p:cNvPr>
            <p:cNvSpPr/>
            <p:nvPr/>
          </p:nvSpPr>
          <p:spPr>
            <a:xfrm>
              <a:off x="345229" y="342966"/>
              <a:ext cx="407761" cy="543683"/>
            </a:xfrm>
            <a:custGeom>
              <a:avLst/>
              <a:gdLst>
                <a:gd name="connsiteX0" fmla="*/ 369024 w 407761"/>
                <a:gd name="connsiteY0" fmla="*/ 216794 h 543683"/>
                <a:gd name="connsiteX1" fmla="*/ 203881 w 407761"/>
                <a:gd name="connsiteY1" fmla="*/ 0 h 543683"/>
                <a:gd name="connsiteX2" fmla="*/ 38737 w 407761"/>
                <a:gd name="connsiteY2" fmla="*/ 216794 h 543683"/>
                <a:gd name="connsiteX3" fmla="*/ 0 w 407761"/>
                <a:gd name="connsiteY3" fmla="*/ 320094 h 543683"/>
                <a:gd name="connsiteX4" fmla="*/ 74077 w 407761"/>
                <a:gd name="connsiteY4" fmla="*/ 453975 h 543683"/>
                <a:gd name="connsiteX5" fmla="*/ 203881 w 407761"/>
                <a:gd name="connsiteY5" fmla="*/ 543683 h 543683"/>
                <a:gd name="connsiteX6" fmla="*/ 333685 w 407761"/>
                <a:gd name="connsiteY6" fmla="*/ 453975 h 543683"/>
                <a:gd name="connsiteX7" fmla="*/ 407762 w 407761"/>
                <a:gd name="connsiteY7" fmla="*/ 320094 h 543683"/>
                <a:gd name="connsiteX8" fmla="*/ 369024 w 407761"/>
                <a:gd name="connsiteY8" fmla="*/ 216794 h 543683"/>
                <a:gd name="connsiteX9" fmla="*/ 177376 w 407761"/>
                <a:gd name="connsiteY9" fmla="*/ 445140 h 543683"/>
                <a:gd name="connsiteX10" fmla="*/ 177376 w 407761"/>
                <a:gd name="connsiteY10" fmla="*/ 477082 h 543683"/>
                <a:gd name="connsiteX11" fmla="*/ 97863 w 407761"/>
                <a:gd name="connsiteY11" fmla="*/ 422714 h 543683"/>
                <a:gd name="connsiteX12" fmla="*/ 39417 w 407761"/>
                <a:gd name="connsiteY12" fmla="*/ 322132 h 543683"/>
                <a:gd name="connsiteX13" fmla="*/ 54368 w 407761"/>
                <a:gd name="connsiteY13" fmla="*/ 265725 h 543683"/>
                <a:gd name="connsiteX14" fmla="*/ 80193 w 407761"/>
                <a:gd name="connsiteY14" fmla="*/ 305822 h 543683"/>
                <a:gd name="connsiteX15" fmla="*/ 164464 w 407761"/>
                <a:gd name="connsiteY15" fmla="*/ 399607 h 543683"/>
                <a:gd name="connsiteX16" fmla="*/ 177376 w 407761"/>
                <a:gd name="connsiteY16" fmla="*/ 445140 h 543683"/>
                <a:gd name="connsiteX17" fmla="*/ 114853 w 407761"/>
                <a:gd name="connsiteY17" fmla="*/ 285434 h 543683"/>
                <a:gd name="connsiteX18" fmla="*/ 89708 w 407761"/>
                <a:gd name="connsiteY18" fmla="*/ 235823 h 543683"/>
                <a:gd name="connsiteX19" fmla="*/ 108737 w 407761"/>
                <a:gd name="connsiteY19" fmla="*/ 190289 h 543683"/>
                <a:gd name="connsiteX20" fmla="*/ 203881 w 407761"/>
                <a:gd name="connsiteY20" fmla="*/ 66601 h 543683"/>
                <a:gd name="connsiteX21" fmla="*/ 299025 w 407761"/>
                <a:gd name="connsiteY21" fmla="*/ 190289 h 543683"/>
                <a:gd name="connsiteX22" fmla="*/ 318054 w 407761"/>
                <a:gd name="connsiteY22" fmla="*/ 235823 h 543683"/>
                <a:gd name="connsiteX23" fmla="*/ 292909 w 407761"/>
                <a:gd name="connsiteY23" fmla="*/ 285434 h 543683"/>
                <a:gd name="connsiteX24" fmla="*/ 203881 w 407761"/>
                <a:gd name="connsiteY24" fmla="*/ 384656 h 543683"/>
                <a:gd name="connsiteX25" fmla="*/ 114853 w 407761"/>
                <a:gd name="connsiteY25" fmla="*/ 285434 h 543683"/>
                <a:gd name="connsiteX26" fmla="*/ 309899 w 407761"/>
                <a:gd name="connsiteY26" fmla="*/ 422714 h 543683"/>
                <a:gd name="connsiteX27" fmla="*/ 230385 w 407761"/>
                <a:gd name="connsiteY27" fmla="*/ 477082 h 543683"/>
                <a:gd name="connsiteX28" fmla="*/ 230385 w 407761"/>
                <a:gd name="connsiteY28" fmla="*/ 445140 h 543683"/>
                <a:gd name="connsiteX29" fmla="*/ 243298 w 407761"/>
                <a:gd name="connsiteY29" fmla="*/ 399607 h 543683"/>
                <a:gd name="connsiteX30" fmla="*/ 327569 w 407761"/>
                <a:gd name="connsiteY30" fmla="*/ 305822 h 543683"/>
                <a:gd name="connsiteX31" fmla="*/ 353394 w 407761"/>
                <a:gd name="connsiteY31" fmla="*/ 265725 h 543683"/>
                <a:gd name="connsiteX32" fmla="*/ 368345 w 407761"/>
                <a:gd name="connsiteY32" fmla="*/ 322132 h 543683"/>
                <a:gd name="connsiteX33" fmla="*/ 309899 w 407761"/>
                <a:gd name="connsiteY33" fmla="*/ 422714 h 54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07761" h="543683">
                  <a:moveTo>
                    <a:pt x="369024" y="216794"/>
                  </a:moveTo>
                  <a:lnTo>
                    <a:pt x="203881" y="0"/>
                  </a:lnTo>
                  <a:lnTo>
                    <a:pt x="38737" y="216794"/>
                  </a:lnTo>
                  <a:cubicBezTo>
                    <a:pt x="10874" y="253493"/>
                    <a:pt x="0" y="285434"/>
                    <a:pt x="0" y="320094"/>
                  </a:cubicBezTo>
                  <a:cubicBezTo>
                    <a:pt x="0" y="373103"/>
                    <a:pt x="26505" y="420675"/>
                    <a:pt x="74077" y="453975"/>
                  </a:cubicBezTo>
                  <a:lnTo>
                    <a:pt x="203881" y="543683"/>
                  </a:lnTo>
                  <a:lnTo>
                    <a:pt x="333685" y="453975"/>
                  </a:lnTo>
                  <a:cubicBezTo>
                    <a:pt x="381257" y="420675"/>
                    <a:pt x="407762" y="373103"/>
                    <a:pt x="407762" y="320094"/>
                  </a:cubicBezTo>
                  <a:cubicBezTo>
                    <a:pt x="407762" y="285434"/>
                    <a:pt x="396888" y="253493"/>
                    <a:pt x="369024" y="216794"/>
                  </a:cubicBezTo>
                  <a:close/>
                  <a:moveTo>
                    <a:pt x="177376" y="445140"/>
                  </a:moveTo>
                  <a:lnTo>
                    <a:pt x="177376" y="477082"/>
                  </a:lnTo>
                  <a:lnTo>
                    <a:pt x="97863" y="422714"/>
                  </a:lnTo>
                  <a:cubicBezTo>
                    <a:pt x="60485" y="397569"/>
                    <a:pt x="39417" y="360190"/>
                    <a:pt x="39417" y="322132"/>
                  </a:cubicBezTo>
                  <a:cubicBezTo>
                    <a:pt x="39417" y="302424"/>
                    <a:pt x="44854" y="283394"/>
                    <a:pt x="54368" y="265725"/>
                  </a:cubicBezTo>
                  <a:cubicBezTo>
                    <a:pt x="58446" y="277278"/>
                    <a:pt x="65242" y="288831"/>
                    <a:pt x="80193" y="305822"/>
                  </a:cubicBezTo>
                  <a:lnTo>
                    <a:pt x="164464" y="399607"/>
                  </a:lnTo>
                  <a:cubicBezTo>
                    <a:pt x="178056" y="415238"/>
                    <a:pt x="177376" y="424752"/>
                    <a:pt x="177376" y="445140"/>
                  </a:cubicBezTo>
                  <a:close/>
                  <a:moveTo>
                    <a:pt x="114853" y="285434"/>
                  </a:moveTo>
                  <a:cubicBezTo>
                    <a:pt x="93785" y="262327"/>
                    <a:pt x="89708" y="249414"/>
                    <a:pt x="89708" y="235823"/>
                  </a:cubicBezTo>
                  <a:cubicBezTo>
                    <a:pt x="89708" y="222230"/>
                    <a:pt x="92426" y="211357"/>
                    <a:pt x="108737" y="190289"/>
                  </a:cubicBezTo>
                  <a:lnTo>
                    <a:pt x="203881" y="66601"/>
                  </a:lnTo>
                  <a:lnTo>
                    <a:pt x="299025" y="190289"/>
                  </a:lnTo>
                  <a:cubicBezTo>
                    <a:pt x="314656" y="211357"/>
                    <a:pt x="318054" y="222910"/>
                    <a:pt x="318054" y="235823"/>
                  </a:cubicBezTo>
                  <a:cubicBezTo>
                    <a:pt x="318054" y="249414"/>
                    <a:pt x="313977" y="262327"/>
                    <a:pt x="292909" y="285434"/>
                  </a:cubicBezTo>
                  <a:lnTo>
                    <a:pt x="203881" y="384656"/>
                  </a:lnTo>
                  <a:lnTo>
                    <a:pt x="114853" y="285434"/>
                  </a:lnTo>
                  <a:close/>
                  <a:moveTo>
                    <a:pt x="309899" y="422714"/>
                  </a:moveTo>
                  <a:lnTo>
                    <a:pt x="230385" y="477082"/>
                  </a:lnTo>
                  <a:lnTo>
                    <a:pt x="230385" y="445140"/>
                  </a:lnTo>
                  <a:cubicBezTo>
                    <a:pt x="230385" y="424752"/>
                    <a:pt x="229706" y="415238"/>
                    <a:pt x="243298" y="399607"/>
                  </a:cubicBezTo>
                  <a:lnTo>
                    <a:pt x="327569" y="305822"/>
                  </a:lnTo>
                  <a:cubicBezTo>
                    <a:pt x="342520" y="288831"/>
                    <a:pt x="349316" y="277278"/>
                    <a:pt x="353394" y="265725"/>
                  </a:cubicBezTo>
                  <a:cubicBezTo>
                    <a:pt x="362908" y="283394"/>
                    <a:pt x="368345" y="302424"/>
                    <a:pt x="368345" y="322132"/>
                  </a:cubicBezTo>
                  <a:cubicBezTo>
                    <a:pt x="368345" y="360190"/>
                    <a:pt x="347277" y="397569"/>
                    <a:pt x="309899" y="422714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90B9D83-3508-5AF4-941D-AFAC364AB1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B29F00-A6E4-62CE-A5F8-0D999E4FA7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2892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31966A2-A95D-2F70-3112-5B3A499DC3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05100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00893D-F44C-4ECF-4E17-40DE0AF537F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4230190" y="6876668"/>
            <a:ext cx="832349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123AF0F-17F3-9430-2FE8-723A9D57524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6159499" y="6876668"/>
            <a:ext cx="3751264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2348E7E-528A-D55B-A33B-5C429A213D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991850" y="6876668"/>
            <a:ext cx="865188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55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 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5">
            <a:extLst>
              <a:ext uri="{FF2B5EF4-FFF2-40B4-BE49-F238E27FC236}">
                <a16:creationId xmlns:a16="http://schemas.microsoft.com/office/drawing/2014/main" id="{D5D2A505-EF8F-D4AD-AF89-AF9DF1E45F8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4230190" y="6876668"/>
            <a:ext cx="832349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2">
            <a:extLst>
              <a:ext uri="{FF2B5EF4-FFF2-40B4-BE49-F238E27FC236}">
                <a16:creationId xmlns:a16="http://schemas.microsoft.com/office/drawing/2014/main" id="{94204DCA-464A-A69E-E085-0CD8B53FDC7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6159499" y="6876668"/>
            <a:ext cx="3751264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23">
            <a:extLst>
              <a:ext uri="{FF2B5EF4-FFF2-40B4-BE49-F238E27FC236}">
                <a16:creationId xmlns:a16="http://schemas.microsoft.com/office/drawing/2014/main" id="{F601FF6F-0F04-D3C9-F129-9879CF45A0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991850" y="6876668"/>
            <a:ext cx="865188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566545-EAD3-852D-EF64-585AE59EA4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3000" y="2769429"/>
            <a:ext cx="1026000" cy="131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865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youts after this one do not belong to this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4405A5C8-297E-E3EB-142A-5DE16BD606D2}"/>
              </a:ext>
            </a:extLst>
          </p:cNvPr>
          <p:cNvSpPr txBox="1"/>
          <p:nvPr userDrawn="1"/>
        </p:nvSpPr>
        <p:spPr>
          <a:xfrm>
            <a:off x="1949450" y="1848787"/>
            <a:ext cx="82931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Layouts after this one do not belong to this template. Select one of the layouts before this one in the layout list.</a:t>
            </a: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48993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Relationship Id="rId40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7D54BB-8EC7-458A-A082-8AF430636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30190" y="6858000"/>
            <a:ext cx="832349" cy="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100" smtClean="0"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C0A3ABB-C906-40E9-AF35-0DB0B3403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9650" y="6435511"/>
            <a:ext cx="2782889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rgbClr val="505055"/>
                </a:solidFill>
              </a:defRPr>
            </a:lvl1pPr>
          </a:lstStyle>
          <a:p>
            <a:r>
              <a:rPr lang="en-US" dirty="0"/>
              <a:t>Confidential / internal tag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249AA9-CC7D-40E0-9894-3652F2EE8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1000" smtClean="0">
                <a:solidFill>
                  <a:srgbClr val="505055"/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45401296-9B95-5420-8D6A-DD8DE74D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81" y="341313"/>
            <a:ext cx="9568182" cy="5460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85BCBA-8390-1D80-4227-16236B39A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582" y="1700213"/>
            <a:ext cx="11506518" cy="45735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C8685E-22B8-C921-FE7D-6679902A12D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>
                <a:solidFill>
                  <a:srgbClr val="505055"/>
                </a:solidFill>
              </a:rPr>
              <a:t>© Bangkok Bank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F1CB7-EC16-C777-23B3-68F4D2D45D6E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707" r:id="rId3"/>
    <p:sldLayoutId id="2147483696" r:id="rId4"/>
    <p:sldLayoutId id="2147483754" r:id="rId5"/>
    <p:sldLayoutId id="2147483697" r:id="rId6"/>
    <p:sldLayoutId id="2147483755" r:id="rId7"/>
    <p:sldLayoutId id="2147483714" r:id="rId8"/>
    <p:sldLayoutId id="2147483756" r:id="rId9"/>
    <p:sldLayoutId id="2147483678" r:id="rId10"/>
    <p:sldLayoutId id="2147483751" r:id="rId11"/>
    <p:sldLayoutId id="2147483674" r:id="rId12"/>
    <p:sldLayoutId id="2147483709" r:id="rId13"/>
    <p:sldLayoutId id="2147483729" r:id="rId14"/>
    <p:sldLayoutId id="2147483710" r:id="rId15"/>
    <p:sldLayoutId id="2147483748" r:id="rId16"/>
    <p:sldLayoutId id="2147483698" r:id="rId17"/>
    <p:sldLayoutId id="2147483712" r:id="rId18"/>
    <p:sldLayoutId id="2147483715" r:id="rId19"/>
    <p:sldLayoutId id="2147483711" r:id="rId20"/>
    <p:sldLayoutId id="2147483749" r:id="rId21"/>
    <p:sldLayoutId id="2147483727" r:id="rId22"/>
    <p:sldLayoutId id="2147483740" r:id="rId23"/>
    <p:sldLayoutId id="2147483742" r:id="rId24"/>
    <p:sldLayoutId id="2147483741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52" r:id="rId31"/>
    <p:sldLayoutId id="2147483753" r:id="rId32"/>
    <p:sldLayoutId id="2147483750" r:id="rId33"/>
    <p:sldLayoutId id="2147483692" r:id="rId34"/>
    <p:sldLayoutId id="2147483691" r:id="rId35"/>
    <p:sldLayoutId id="2147483717" r:id="rId36"/>
    <p:sldLayoutId id="2147483704" r:id="rId37"/>
    <p:sldLayoutId id="2147483658" r:id="rId38"/>
  </p:sldLayoutIdLst>
  <p:hf hdr="0" dt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4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488" indent="-217488" algn="l" defTabSz="914400" rtl="0" eaLnBrk="1" latinLnBrk="0" hangingPunct="1">
        <a:lnSpc>
          <a:spcPts val="2000"/>
        </a:lnSpc>
        <a:spcBef>
          <a:spcPts val="800"/>
        </a:spcBef>
        <a:spcAft>
          <a:spcPts val="0"/>
        </a:spcAft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85775" indent="-227013" algn="l" defTabSz="914400" rtl="0" eaLnBrk="1" latinLnBrk="0" hangingPunct="1">
        <a:lnSpc>
          <a:spcPts val="15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58763" algn="l" defTabSz="914400" rtl="0" eaLnBrk="1" latinLnBrk="0" hangingPunct="1">
        <a:lnSpc>
          <a:spcPts val="15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989013" indent="-227013" algn="l" defTabSz="914400" rtl="0" eaLnBrk="1" latinLnBrk="0" hangingPunct="1">
        <a:lnSpc>
          <a:spcPts val="12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258888" indent="-266700" algn="l" defTabSz="914400" rtl="0" eaLnBrk="1" latinLnBrk="0" hangingPunct="1">
        <a:lnSpc>
          <a:spcPts val="12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079500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616075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5" userDrawn="1">
          <p15:clr>
            <a:srgbClr val="F26B43"/>
          </p15:clr>
        </p15:guide>
        <p15:guide id="2" pos="746" userDrawn="1">
          <p15:clr>
            <a:srgbClr val="C8C8C8"/>
          </p15:clr>
        </p15:guide>
        <p15:guide id="3" pos="826" userDrawn="1">
          <p15:clr>
            <a:srgbClr val="C8C8C8"/>
          </p15:clr>
        </p15:guide>
        <p15:guide id="4" pos="1357" userDrawn="1">
          <p15:clr>
            <a:srgbClr val="C8C8C8"/>
          </p15:clr>
        </p15:guide>
        <p15:guide id="5" pos="1436" userDrawn="1">
          <p15:clr>
            <a:srgbClr val="C8C8C8"/>
          </p15:clr>
        </p15:guide>
        <p15:guide id="6" pos="1968" userDrawn="1">
          <p15:clr>
            <a:srgbClr val="C8C8C8"/>
          </p15:clr>
        </p15:guide>
        <p15:guide id="7" pos="2047" userDrawn="1">
          <p15:clr>
            <a:srgbClr val="C8C8C8"/>
          </p15:clr>
        </p15:guide>
        <p15:guide id="8" pos="2578" userDrawn="1">
          <p15:clr>
            <a:srgbClr val="C8C8C8"/>
          </p15:clr>
        </p15:guide>
        <p15:guide id="9" pos="2658" userDrawn="1">
          <p15:clr>
            <a:srgbClr val="C8C8C8"/>
          </p15:clr>
        </p15:guide>
        <p15:guide id="10" pos="3189" userDrawn="1">
          <p15:clr>
            <a:srgbClr val="C8C8C8"/>
          </p15:clr>
        </p15:guide>
        <p15:guide id="11" pos="3268" userDrawn="1">
          <p15:clr>
            <a:srgbClr val="C8C8C8"/>
          </p15:clr>
        </p15:guide>
        <p15:guide id="12" pos="3800" userDrawn="1">
          <p15:clr>
            <a:srgbClr val="C8C8C8"/>
          </p15:clr>
        </p15:guide>
        <p15:guide id="13" pos="3879" userDrawn="1">
          <p15:clr>
            <a:srgbClr val="C8C8C8"/>
          </p15:clr>
        </p15:guide>
        <p15:guide id="14" pos="4411" userDrawn="1">
          <p15:clr>
            <a:srgbClr val="C8C8C8"/>
          </p15:clr>
        </p15:guide>
        <p15:guide id="15" pos="4490" userDrawn="1">
          <p15:clr>
            <a:srgbClr val="C8C8C8"/>
          </p15:clr>
        </p15:guide>
        <p15:guide id="16" pos="5021" userDrawn="1">
          <p15:clr>
            <a:srgbClr val="C8C8C8"/>
          </p15:clr>
        </p15:guide>
        <p15:guide id="17" pos="5101" userDrawn="1">
          <p15:clr>
            <a:srgbClr val="C8C8C8"/>
          </p15:clr>
        </p15:guide>
        <p15:guide id="18" pos="5632" userDrawn="1">
          <p15:clr>
            <a:srgbClr val="C8C8C8"/>
          </p15:clr>
        </p15:guide>
        <p15:guide id="19" pos="5711" userDrawn="1">
          <p15:clr>
            <a:srgbClr val="C8C8C8"/>
          </p15:clr>
        </p15:guide>
        <p15:guide id="20" pos="6243" userDrawn="1">
          <p15:clr>
            <a:srgbClr val="C8C8C8"/>
          </p15:clr>
        </p15:guide>
        <p15:guide id="21" pos="6322" userDrawn="1">
          <p15:clr>
            <a:srgbClr val="C8C8C8"/>
          </p15:clr>
        </p15:guide>
        <p15:guide id="22" pos="6853" userDrawn="1">
          <p15:clr>
            <a:srgbClr val="C8C8C8"/>
          </p15:clr>
        </p15:guide>
        <p15:guide id="23" pos="6933" userDrawn="1">
          <p15:clr>
            <a:srgbClr val="C8C8C8"/>
          </p15:clr>
        </p15:guide>
        <p15:guide id="24" pos="7464" userDrawn="1">
          <p15:clr>
            <a:srgbClr val="F26B43"/>
          </p15:clr>
        </p15:guide>
        <p15:guide id="25" orient="horz" pos="215" userDrawn="1">
          <p15:clr>
            <a:srgbClr val="F26B43"/>
          </p15:clr>
        </p15:guide>
        <p15:guide id="26" orient="horz" pos="559" userDrawn="1">
          <p15:clr>
            <a:srgbClr val="C8C8C8"/>
          </p15:clr>
        </p15:guide>
        <p15:guide id="27" orient="horz" pos="638" userDrawn="1">
          <p15:clr>
            <a:srgbClr val="C8C8C8"/>
          </p15:clr>
        </p15:guide>
        <p15:guide id="28" orient="horz" pos="982" userDrawn="1">
          <p15:clr>
            <a:srgbClr val="C8C8C8"/>
          </p15:clr>
        </p15:guide>
        <p15:guide id="29" orient="horz" pos="1062" userDrawn="1">
          <p15:clr>
            <a:srgbClr val="C8C8C8"/>
          </p15:clr>
        </p15:guide>
        <p15:guide id="30" orient="horz" pos="1405" userDrawn="1">
          <p15:clr>
            <a:srgbClr val="C8C8C8"/>
          </p15:clr>
        </p15:guide>
        <p15:guide id="31" orient="horz" pos="1485" userDrawn="1">
          <p15:clr>
            <a:srgbClr val="C8C8C8"/>
          </p15:clr>
        </p15:guide>
        <p15:guide id="32" orient="horz" pos="1829" userDrawn="1">
          <p15:clr>
            <a:srgbClr val="C8C8C8"/>
          </p15:clr>
        </p15:guide>
        <p15:guide id="33" orient="horz" pos="1908" userDrawn="1">
          <p15:clr>
            <a:srgbClr val="C8C8C8"/>
          </p15:clr>
        </p15:guide>
        <p15:guide id="34" orient="horz" pos="2252" userDrawn="1">
          <p15:clr>
            <a:srgbClr val="C8C8C8"/>
          </p15:clr>
        </p15:guide>
        <p15:guide id="35" orient="horz" pos="2331" userDrawn="1">
          <p15:clr>
            <a:srgbClr val="C8C8C8"/>
          </p15:clr>
        </p15:guide>
        <p15:guide id="36" orient="horz" pos="2675" userDrawn="1">
          <p15:clr>
            <a:srgbClr val="C8C8C8"/>
          </p15:clr>
        </p15:guide>
        <p15:guide id="37" orient="horz" pos="2755" userDrawn="1">
          <p15:clr>
            <a:srgbClr val="C8C8C8"/>
          </p15:clr>
        </p15:guide>
        <p15:guide id="38" orient="horz" pos="3099" userDrawn="1">
          <p15:clr>
            <a:srgbClr val="C8C8C8"/>
          </p15:clr>
        </p15:guide>
        <p15:guide id="39" orient="horz" pos="3178" userDrawn="1">
          <p15:clr>
            <a:srgbClr val="C8C8C8"/>
          </p15:clr>
        </p15:guide>
        <p15:guide id="40" orient="horz" pos="3522" userDrawn="1">
          <p15:clr>
            <a:srgbClr val="C8C8C8"/>
          </p15:clr>
        </p15:guide>
        <p15:guide id="41" orient="horz" pos="3601" userDrawn="1">
          <p15:clr>
            <a:srgbClr val="C8C8C8"/>
          </p15:clr>
        </p15:guide>
        <p15:guide id="42" orient="horz" pos="394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User Manual: Product Assistant POC and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For testers and product owners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Version 0.3 · September 2026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5663B02-B92E-DE7E-CBA0-CC03E7971C3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49976" y="6874476"/>
            <a:ext cx="1820862" cy="1771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mtClean="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891D450-FBC2-2799-313D-A58006FB65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5267" y="6874477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E763E8F-9850-507E-F722-1F563D090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1850" y="6874476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App: http://localhost:8010 · Studio: /studio (password = STUDIO_PASSWORD in .env).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Getting started in four steps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cxnSp>
        <p:nvCxnSpPr>
          <p:cNvPr id="6" name="Connector 5"/>
          <p:cNvCxnSpPr/>
          <p:nvPr/>
        </p:nvCxnSpPr>
        <p:spPr>
          <a:xfrm>
            <a:off x="521207" y="3145536"/>
            <a:ext cx="1115568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38328" y="2971800"/>
            <a:ext cx="356616" cy="356616"/>
          </a:xfrm>
          <a:prstGeom prst="ellipse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Open the app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Go to localhost:8010. The phone screen greets you with three starter questions.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3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Ask and follow up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Type Thai or English. The answer streams in; tap a suggested follow-up to continue the same conversation.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153912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Look behind the scenes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The panel beside the phone shows the routing decision, agent, retrieval, tokens and cost per turn.</a:t>
            </a:r>
          </a:p>
        </p:txBody>
      </p:sp>
      <p:sp>
        <p:nvSpPr>
          <p:cNvPr id="13" name="Oval 12"/>
          <p:cNvSpPr/>
          <p:nvPr/>
        </p:nvSpPr>
        <p:spPr>
          <a:xfrm>
            <a:off x="9061704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Sign in to Studio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Click 'Studio (testers)' at the bottom-left, enter your name and the password.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What each element on the phone does.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customer app screen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9" sz="quarter"/>
          </p:nvPr>
        </p:nvSpPr>
        <p:spPr/>
        <p:txBody>
          <a:bodyPr/>
          <a:lstStyle/>
          <a:p>
            <a:pPr/>
            <a:r>
              <a:t>Chat area</a:t>
            </a:r>
          </a:p>
          <a:p>
            <a:pPr lvl="1"/>
            <a:r>
              <a:t>Greeting and starter chips: tap to ask</a:t>
            </a:r>
          </a:p>
          <a:p>
            <a:pPr lvl="1"/>
            <a:r>
              <a:t>Blue bubbles are yours; white bubbles are the assistant's</a:t>
            </a:r>
          </a:p>
          <a:p>
            <a:pPr lvl="1"/>
            <a:r>
              <a:t>Skill badge (e.g. credit-card · 95%): tap to open the Sources sheet</a:t>
            </a:r>
          </a:p>
          <a:p>
            <a:pPr lvl="1"/>
            <a:r>
              <a:t>Citation chips open the original bangkokbank.com page or PDF</a:t>
            </a:r>
          </a:p>
          <a:p>
            <a:pPr lvl="1"/>
            <a:r>
              <a:t>Suggested follow-ups appear under the latest answer in your language</a:t>
            </a:r>
          </a:p>
          <a:p>
            <a:pPr lvl="1"/>
            <a:r>
              <a:t>👍 / 👎 under an answer sends feedback to the testers' review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0" sz="quarter"/>
          </p:nvPr>
        </p:nvSpPr>
        <p:spPr/>
        <p:txBody>
          <a:bodyPr/>
          <a:lstStyle/>
          <a:p>
            <a:pPr/>
            <a:r>
              <a:t>Top bar and composer</a:t>
            </a:r>
          </a:p>
          <a:p>
            <a:pPr lvl="1"/>
            <a:r>
              <a:t>History icon: past conversations and 'New chat'</a:t>
            </a:r>
          </a:p>
          <a:p>
            <a:pPr lvl="1"/>
            <a:r>
              <a:t>The conversation is remembered even after the server restarts</a:t>
            </a:r>
          </a:p>
          <a:p>
            <a:pPr lvl="1"/>
            <a:r>
              <a:t>Type in the glass box and press Enter or the arrow; the mic and image buttons are decorative</a:t>
            </a:r>
          </a:p>
          <a:p>
            <a:pPr lvl="1"/>
            <a:r>
              <a:t>Behind the scenes panel (right): route, agent, timeline, retrieval chunks, tokens, cost, sources; 'hide' collapses 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C8943-65EC-4C53-2757-90C7D52CC87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E5241-5222-B7CD-133D-51A32D71B1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8168-CE73-CEEF-9DA4-347838354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Five tabs: author skills, grow knowledge, evaluate, review, configure.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Studio at a glance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38328" y="2788920"/>
            <a:ext cx="2083003" cy="868680"/>
          </a:xfrm>
          <a:prstGeom prst="roundRect">
            <a:avLst>
              <a:gd name="adj" fmla="val 12000"/>
            </a:avLst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BBL Sans Office Medium"/>
              </a:rPr>
              <a:t>Skills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2476195" y="3140964"/>
            <a:ext cx="164592" cy="164592"/>
          </a:xfrm>
          <a:prstGeom prst="triangle">
            <a:avLst/>
          </a:prstGeom>
          <a:solidFill>
            <a:srgbClr val="93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5651" y="2788920"/>
            <a:ext cx="2083003" cy="868680"/>
          </a:xfrm>
          <a:prstGeom prst="roundRect">
            <a:avLst>
              <a:gd name="adj" fmla="val 12000"/>
            </a:avLst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BBL Sans Office Medium"/>
              </a:rPr>
              <a:t>Knowledge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4833518" y="3140964"/>
            <a:ext cx="164592" cy="164592"/>
          </a:xfrm>
          <a:prstGeom prst="triangle">
            <a:avLst/>
          </a:prstGeom>
          <a:solidFill>
            <a:srgbClr val="93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52974" y="2788920"/>
            <a:ext cx="2083003" cy="868680"/>
          </a:xfrm>
          <a:prstGeom prst="roundRect">
            <a:avLst>
              <a:gd name="adj" fmla="val 12000"/>
            </a:avLst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BBL Sans Office Medium"/>
              </a:rPr>
              <a:t>Evals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7190841" y="3140964"/>
            <a:ext cx="164592" cy="164592"/>
          </a:xfrm>
          <a:prstGeom prst="triangle">
            <a:avLst/>
          </a:prstGeom>
          <a:solidFill>
            <a:srgbClr val="93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10297" y="2788920"/>
            <a:ext cx="2083003" cy="868680"/>
          </a:xfrm>
          <a:prstGeom prst="roundRect">
            <a:avLst>
              <a:gd name="adj" fmla="val 12000"/>
            </a:avLst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BBL Sans Office Medium"/>
              </a:rPr>
              <a:t>Conversations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9548164" y="3140964"/>
            <a:ext cx="164592" cy="164592"/>
          </a:xfrm>
          <a:prstGeom prst="triangle">
            <a:avLst/>
          </a:prstGeom>
          <a:solidFill>
            <a:srgbClr val="93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67620" y="2788920"/>
            <a:ext cx="2083003" cy="868680"/>
          </a:xfrm>
          <a:prstGeom prst="roundRect">
            <a:avLst>
              <a:gd name="adj" fmla="val 12000"/>
            </a:avLst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BBL Sans Office Medium"/>
              </a:rPr>
              <a:t>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4160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Every long action (sync, ingest, crawl, eval) runs as a job. The Knowledge tab shows it in the Ingestion panel: phase stepper, progress bar, counters, log and recent runs. Changes to skills reach the assistant only after 'Save &amp; sync'.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A skill = one product family: description, keywords, model, follow-ups, instructions.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Skills tab: edit a skill and publish 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cxnSp>
        <p:nvCxnSpPr>
          <p:cNvPr id="6" name="Connector 5"/>
          <p:cNvCxnSpPr/>
          <p:nvPr/>
        </p:nvCxnSpPr>
        <p:spPr>
          <a:xfrm>
            <a:off x="521207" y="3145536"/>
            <a:ext cx="1115568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38328" y="2971800"/>
            <a:ext cx="356616" cy="356616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Open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Click a skill card (dot = Foundry state: in sync, outdated, not deployed). Lint findings sit above the instructions (keyword overlap, missing Thai/English follow-ups, model not deployed).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971800"/>
            <a:ext cx="356616" cy="356616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3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Edit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Routing and answering settings on the left, markdown instructions on the right. Cmd/Ctrl+S saves; an 'unsaved' badge warns before you leave.</a:t>
            </a:r>
          </a:p>
        </p:txBody>
      </p:sp>
      <p:sp>
        <p:nvSpPr>
          <p:cNvPr id="11" name="Oval 10"/>
          <p:cNvSpPr/>
          <p:nvPr/>
        </p:nvSpPr>
        <p:spPr>
          <a:xfrm>
            <a:off x="6153912" y="2971800"/>
            <a:ext cx="356616" cy="356616"/>
          </a:xfrm>
          <a:prstGeom prst="ellipse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Save &amp; sync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Creates a new agent version in Foundry; the Foundry sync panel shows progress per skill and the result rows. 'Save' alone only writes the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9061704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Test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Playground pane: ask the deployed agent; the answer streams with sources and a trace card.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Skills tab: preview, versions, playground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Preview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Versions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Playground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1" sz="quarter"/>
          </p:nvPr>
        </p:nvSpPr>
        <p:spPr/>
        <p:txBody>
          <a:bodyPr/>
          <a:lstStyle/>
          <a:p>
            <a:pPr/>
            <a:r>
              <a:t>Rendered markdown of the description and instructions, as the agent will read it.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32" sz="quarter"/>
          </p:nvPr>
        </p:nvSpPr>
        <p:spPr/>
        <p:txBody>
          <a:bodyPr/>
          <a:lstStyle/>
          <a:p>
            <a:pPr/>
            <a:r>
              <a:t>Lists the Foundry versions of this skill's agent. Select one to see a line diff against your local file (green = local, red = deployed). 'Restore' copies that version's instructions into the editor.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33" sz="quarter"/>
          </p:nvPr>
        </p:nvSpPr>
        <p:spPr/>
        <p:txBody>
          <a:bodyPr/>
          <a:lstStyle/>
          <a:p>
            <a:pPr/>
            <a:r>
              <a:t>Ask the deployed agent directly with the skill forced. The banner tells you which version is live and whether your edits are synced. 'New conversation' resets context.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58840-6194-6363-932C-F87A2DE7D30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7AB51-C190-439D-39CE-8D2059921E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5E87-66FF-85C1-DB08-92BBB7E078F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Documents live in knowledge/&lt;category&gt;/; a skill answers only from its own category.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Knowledge tab: add documents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cxnSp>
        <p:nvCxnSpPr>
          <p:cNvPr id="6" name="Connector 5"/>
          <p:cNvCxnSpPr/>
          <p:nvPr/>
        </p:nvCxnSpPr>
        <p:spPr>
          <a:xfrm>
            <a:off x="521207" y="3145536"/>
            <a:ext cx="1115568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38328" y="2971800"/>
            <a:ext cx="356616" cy="356616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Choose a category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Pick an existing one or type a new id (it becomes the product_category of a skill).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971800"/>
            <a:ext cx="356616" cy="356616"/>
          </a:xfrm>
          <a:prstGeom prst="ellipse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BBL Sans Offic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3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Add content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Drag .md/.pdf/.txt onto the drop zone, paste single URLs, or crawl a site section (start URL, prefix, max pages, PDFs).</a:t>
            </a:r>
          </a:p>
        </p:txBody>
      </p:sp>
      <p:sp>
        <p:nvSpPr>
          <p:cNvPr id="11" name="Oval 10"/>
          <p:cNvSpPr/>
          <p:nvPr/>
        </p:nvSpPr>
        <p:spPr>
          <a:xfrm>
            <a:off x="6153912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Run ingest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Only new or changed files are chunked and embedded. The Ingestion panel shows Scan, Embed, Upload progress with counts; the table shows chunks per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9061704" y="2971800"/>
            <a:ext cx="356616" cy="3566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  <a:latin typeface="BBL Sans Office Medium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3639312"/>
            <a:ext cx="2779776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BBL Sans Office Medium"/>
              </a:rPr>
              <a:t>Sync skills</a:t>
            </a:r>
          </a:p>
          <a:p>
            <a:pPr algn="l"/>
            <a:r>
              <a:rPr sz="1100">
                <a:solidFill>
                  <a:srgbClr val="46464D"/>
                </a:solidFill>
                <a:latin typeface="BBL Sans Office"/>
              </a:rPr>
              <a:t>Go to Skills and 'Sync all' so the skill gets its knowledge base (Free tier allows three; extra categories share the general base).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Knowledge tab: inspect and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File table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Search the index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Crawler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1" sz="quarter"/>
          </p:nvPr>
        </p:nvSpPr>
        <p:spPr/>
        <p:txBody>
          <a:bodyPr/>
          <a:lstStyle/>
          <a:p>
            <a:pPr/>
            <a:r>
              <a:t>Kind, size, chunk count and PDF text status per file. 're-ingest' re-embeds one file; 'delete' removes it (run ingest afterwards to drop its chunks). Click a file name to open the chunk browser.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32" sz="quarter"/>
          </p:nvPr>
        </p:nvSpPr>
        <p:spPr/>
        <p:txBody>
          <a:bodyPr/>
          <a:lstStyle/>
          <a:p>
            <a:pPr/>
            <a:r>
              <a:t>Runs the same question two ways: the skill's knowledge-base retrieve (what the agent sees) and a direct hybrid search of the index filtered by category, with reranker scores.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33" sz="quarter"/>
          </p:nvPr>
        </p:nvSpPr>
        <p:spPr/>
        <p:txBody>
          <a:bodyPr/>
          <a:lstStyle/>
          <a:p>
            <a:pPr/>
            <a:r>
              <a:t>Built in, no external service. Follows links only under the prefix, downloads linked PDFs and extracts their text, skips unchanged pages on re-runs. Start with 10-30 pages.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58840-6194-6363-932C-F87A2DE7D30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7AB51-C190-439D-39CE-8D2059921E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5E87-66FF-85C1-DB08-92BBB7E078F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Run the question sets after any change; every run is stored with cost and latency.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Evals tab: measure before and after a change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9" sz="quarter"/>
          </p:nvPr>
        </p:nvSpPr>
        <p:spPr/>
        <p:txBody>
          <a:bodyPr/>
          <a:lstStyle/>
          <a:p>
            <a:pPr/>
            <a:r>
              <a:t>Routing and grounded answers</a:t>
            </a:r>
          </a:p>
          <a:p>
            <a:pPr lvl="1"/>
            <a:r>
              <a:t>Edit questions in the tables ('Add question', 'Save questions')</a:t>
            </a:r>
          </a:p>
          <a:p>
            <a:pPr lvl="1"/>
            <a:r>
              <a:t>Routing: expected skill per question; reports accuracy and confusion</a:t>
            </a:r>
          </a:p>
          <a:p>
            <a:pPr lvl="1"/>
            <a:r>
              <a:t>Grounded: optional forced skill, expected substrings, whether a source is required</a:t>
            </a:r>
          </a:p>
          <a:p>
            <a:pPr lvl="1"/>
            <a:r>
              <a:t>The Eval run panel shows progress with pass/fail counts; the result opens with KPI cards and a failed-only filter</a:t>
            </a:r>
          </a:p>
          <a:p>
            <a:pPr lvl="1"/>
            <a:r>
              <a:t>Export .xlsx per run, or 'Export all' for every stored run (one sheet each); run history shows a trend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0" sz="quarter"/>
          </p:nvPr>
        </p:nvSpPr>
        <p:spPr/>
        <p:txBody>
          <a:bodyPr/>
          <a:lstStyle/>
          <a:p>
            <a:pPr/>
            <a:r>
              <a:t>Quality (DeepEval) and model comparison</a:t>
            </a:r>
          </a:p>
          <a:p>
            <a:pPr lvl="1"/>
            <a:r>
              <a:t>Quality: a judge model (your Foundry deployment) scores each answer on RAG metrics (faithfulness, relevancy, context) and agentic metrics (tool use, task completion, language &amp; tone, no advice)</a:t>
            </a:r>
          </a:p>
          <a:p>
            <a:pPr lvl="1"/>
            <a:r>
              <a:t>Hover a score for the judge's reason; tune the threshold and the metric set; export .xlsx</a:t>
            </a:r>
          </a:p>
          <a:p>
            <a:pPr lvl="1"/>
            <a:r>
              <a:t>Question sets: download as .xlsx (also the template) and upload an .xlsx or CSV to append or replace; or send questions from the Conversations tab</a:t>
            </a:r>
          </a:p>
          <a:p>
            <a:pPr lvl="1"/>
            <a:r>
              <a:t>Comparison: pick a skill, two or three models and a few questions; temporary agents are deleted after the run</a:t>
            </a:r>
          </a:p>
          <a:p>
            <a:pPr lvl="1"/>
            <a:r>
              <a:t>Side-by-side answers with latency, tokens and cost per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C8943-65EC-4C53-2757-90C7D52CC87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E5241-5222-B7CD-133D-51A32D71B1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8168-CE73-CEEF-9DA4-347838354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Everything customers and testers asked, and what the system did.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Conversations tab: review and give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9" sz="quarter"/>
          </p:nvPr>
        </p:nvSpPr>
        <p:spPr/>
        <p:txBody>
          <a:bodyPr/>
          <a:lstStyle/>
          <a:p>
            <a:pPr/>
            <a:r>
              <a:t>Questions and selection box</a:t>
            </a:r>
          </a:p>
          <a:p>
            <a:pPr lvl="1"/>
            <a:r>
              <a:t>Search question or answer text; filter by skill, rating and source; every customer question is one row</a:t>
            </a:r>
          </a:p>
          <a:p>
            <a:pPr lvl="1"/>
            <a:r>
              <a:t>Tick questions (or 'select all shown', or all questions of one conversation) to fill the selection box</a:t>
            </a:r>
          </a:p>
          <a:p>
            <a:pPr lvl="1"/>
            <a:r>
              <a:t>Export the box to .xlsx (question, answer, skill, rating, comment, cost, latency)</a:t>
            </a:r>
          </a:p>
          <a:p>
            <a:pPr lvl="1"/>
            <a:r>
              <a:t>Send the box to the Routing, Grounded or Quality eval set; duplicates are skipped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0" sz="quarter"/>
          </p:nvPr>
        </p:nvSpPr>
        <p:spPr/>
        <p:txBody>
          <a:bodyPr/>
          <a:lstStyle/>
          <a:p>
            <a:pPr/>
            <a:r>
              <a:t>Transcript and feedback</a:t>
            </a:r>
          </a:p>
          <a:p>
            <a:pPr lvl="1"/>
            <a:r>
              <a:t>Rate each answer 👍/👎 and add a comment for the real-app team (your name is attached)</a:t>
            </a:r>
          </a:p>
          <a:p>
            <a:pPr lvl="1"/>
            <a:r>
              <a:t>Expand 'trace' to see routing, retrieval and cost for that answer</a:t>
            </a:r>
          </a:p>
          <a:p>
            <a:pPr lvl="1"/>
            <a:r>
              <a:t>Ratings given in the customer app appear here too; 'Feedback CSV' exports them all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C8943-65EC-4C53-2757-90C7D52CC87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E5241-5222-B7CD-133D-51A32D71B1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8168-CE73-CEEF-9DA4-347838354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Settings 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Usage &amp; prices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t>Base rules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t>Runtime settings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t>Export / import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8" sz="quarter"/>
          </p:nvPr>
        </p:nvSpPr>
        <p:spPr/>
        <p:txBody>
          <a:bodyPr/>
          <a:lstStyle/>
          <a:p>
            <a:pPr/>
            <a:r>
              <a:t>Sessions, answers, tokens, total and average cost, per-day table. Edit USD prices per model (per 1M tokens) and save to pricing.yaml.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49" sz="quarter"/>
          </p:nvPr>
        </p:nvSpPr>
        <p:spPr/>
        <p:txBody>
          <a:bodyPr/>
          <a:lstStyle/>
          <a:p>
            <a:pPr/>
            <a:r>
              <a:t>The shared persona, language, grounding and compliance rules prepended to every skill. 'Save &amp; sync all' republishes every agent.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50" sz="quarter"/>
          </p:nvPr>
        </p:nvSpPr>
        <p:spPr/>
        <p:txBody>
          <a:bodyPr/>
          <a:lstStyle/>
          <a:p>
            <a:pPr/>
            <a:r>
              <a:t>Router model, default skill model, knowledge-base reasoning, assistant and customer names. Dropdowns list the live Foundry deployments.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51" sz="quarter"/>
          </p:nvPr>
        </p:nvSpPr>
        <p:spPr/>
        <p:txBody>
          <a:bodyPr/>
          <a:lstStyle/>
          <a:p>
            <a:pPr/>
            <a:r>
              <a:t>Download a bundle (skills, knowledge text, evals, prices, settings) or import one (merge or replace) to reproduce the setup elsewhere.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pPr/>
            <a:r>
              <a:t>Overrides live in .state/settings.json and win over .env; model changes need a sync.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41BFC-58FC-20C5-545B-0B1382488ED3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6B01424-6894-AD4A-B6C1-32169BD26DBF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0ADF1B-1914-9FB2-E7A4-2C8AC1A56105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The answer says it has no details on a topic yet</a:t>
            </a:r>
          </a:p>
          <a:p>
            <a:pPr lvl="1"/>
            <a:r>
              <a:t>Expected when the category has no documents or the retrieved text does not cover the question. Add documents, ingest, sync.</a:t>
            </a:r>
          </a:p>
          <a:p>
            <a:pPr/>
            <a:r>
              <a:t>A skill shows 'outdated' or 'missing' in Foundry</a:t>
            </a:r>
          </a:p>
          <a:p>
            <a:pPr lvl="1"/>
            <a:r>
              <a:t>Run 'Save &amp; sync' on the skill, or 'Sync all'. The log shows any error.</a:t>
            </a:r>
          </a:p>
          <a:p>
            <a:pPr/>
            <a:r>
              <a:t>'knowledge-source quota exceeded' in the sync log</a:t>
            </a:r>
          </a:p>
          <a:p>
            <a:pPr lvl="1"/>
            <a:r>
              <a:t>Free search tier allows three; the skill still works through the shared general base with a scoping note.</a:t>
            </a:r>
          </a:p>
          <a:p>
            <a:pPr/>
            <a:r>
              <a:t>'Model deployment rate limit exceeded'</a:t>
            </a:r>
          </a:p>
          <a:p>
            <a:pPr lvl="1"/>
            <a:r>
              <a:t>The model's quota is too small for the traffic; use a smaller model on the skill or raise the deployment capacity.</a:t>
            </a:r>
          </a:p>
          <a:p>
            <a:pPr/>
            <a:r>
              <a:t>An answer looks expensive in the trace</a:t>
            </a:r>
          </a:p>
          <a:p>
            <a:pPr lvl="1"/>
            <a:r>
              <a:t>Large reasoning models retrieve more than once; long conversations grow; start a new chat or switch the skill model.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When something looks wrong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8DBAF-63C1-B430-B9A9-5B420F5D34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1D960B-CB63-C137-6DC5-9CEECFBC9D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DA9E7-36E2-E0A8-04D9-4046D0B597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/>
            <a:r>
              <a:t>App</a:t>
            </a:r>
          </a:p>
          <a:p>
            <a:pPr lvl="1"/>
            <a:r>
              <a:t>http://localhost:8010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/>
            <a:r>
              <a:t>Studio</a:t>
            </a:r>
          </a:p>
          <a:p>
            <a:pPr lvl="1"/>
            <a:r>
              <a:t>http://localhost:8010/studio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/>
            <a:r>
              <a:t>Guide</a:t>
            </a:r>
          </a:p>
          <a:p>
            <a:pPr lvl="1"/>
            <a:r>
              <a:t>docs/howto-add-skill.md in the repository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00893D-F44C-4ECF-4E17-40DE0AF537F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4230190" y="6876668"/>
            <a:ext cx="832349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123AF0F-17F3-9430-2FE8-723A9D57524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6159499" y="6876668"/>
            <a:ext cx="3751264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Internal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2348E7E-528A-D55B-A33B-5C429A213D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991850" y="6876668"/>
            <a:ext cx="865188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gkok bank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">
      <a:majorFont>
        <a:latin typeface="BBL Sans Office Medium"/>
        <a:ea typeface=""/>
        <a:cs typeface="BBL Sans Office Medium"/>
      </a:majorFont>
      <a:minorFont>
        <a:latin typeface="BBL Sans Office"/>
        <a:ea typeface=""/>
        <a:cs typeface="BBL Sans 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500" dirty="0"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ts val="2200"/>
          </a:lnSpc>
          <a:spcBef>
            <a:spcPts val="1200"/>
          </a:spcBef>
          <a:defRPr sz="1600" dirty="0" err="1" smtClean="0">
            <a:cs typeface="Arial" panose="020B0604020202020204" pitchFamily="34" charset="0"/>
          </a:defRPr>
        </a:defPPr>
      </a:lstStyle>
    </a:txDef>
  </a:objectDefaults>
  <a:extraClrSchemeLst/>
  <a:custClrLst>
    <a:custClr>
      <a:srgbClr val="7A0334"/>
    </a:custClr>
    <a:custClr>
      <a:srgbClr val="EF3C67"/>
    </a:custClr>
    <a:custClr>
      <a:srgbClr val="FFCCC5"/>
    </a:custClr>
    <a:custClr>
      <a:srgbClr val="09594A"/>
    </a:custClr>
    <a:custClr>
      <a:srgbClr val="16A873"/>
    </a:custClr>
    <a:custClr>
      <a:srgbClr val="BCED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622184"/>
    </a:custClr>
    <a:custClr>
      <a:srgbClr val="9E50CC"/>
    </a:custClr>
    <a:custClr>
      <a:srgbClr val="EBCFFF"/>
    </a:custClr>
    <a:custClr>
      <a:srgbClr val="17171A"/>
    </a:custClr>
    <a:custClr>
      <a:srgbClr val="323238"/>
    </a:custClr>
    <a:custClr>
      <a:srgbClr val="46464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5E5E66"/>
    </a:custClr>
    <a:custClr>
      <a:srgbClr val="78787D"/>
    </a:custClr>
    <a:custClr>
      <a:srgbClr val="939399"/>
    </a:custClr>
    <a:custClr>
      <a:srgbClr val="C8C8CC"/>
    </a:custClr>
    <a:custClr>
      <a:srgbClr val="E3E3E5"/>
    </a:custClr>
    <a:custClr>
      <a:srgbClr val="F5F5F5"/>
    </a:custClr>
  </a:custClrLst>
  <a:extLst>
    <a:ext uri="{05A4C25C-085E-4340-85A3-A5531E510DB2}">
      <thm15:themeFamily xmlns:thm15="http://schemas.microsoft.com/office/thememl/2012/main" name="Bangkok bank.potx" id="{A6A54D1A-CE00-4B1B-95F5-ABA0A466EBDC}" vid="{100F0D9F-A704-433E-A427-2F1864A015C1}"/>
    </a:ext>
  </a:extLst>
</a:theme>
</file>

<file path=ppt/theme/theme2.xml><?xml version="1.0" encoding="utf-8"?>
<a:theme xmlns:a="http://schemas.openxmlformats.org/drawingml/2006/main" name="Office-tema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_font">
      <a:majorFont>
        <a:latin typeface="BBL Sans Office Medium"/>
        <a:ea typeface=""/>
        <a:cs typeface=""/>
      </a:majorFont>
      <a:minorFont>
        <a:latin typeface="BBL Sans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_font">
      <a:majorFont>
        <a:latin typeface="BBL Sans Office Medium"/>
        <a:ea typeface=""/>
        <a:cs typeface=""/>
      </a:majorFont>
      <a:minorFont>
        <a:latin typeface="BBL Sans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4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931610-F55B-482F-8719-FC5500382874}">
  <we:reference id="33491e4f-5d38-4c24-85cb-c5144f8a0d2f" version="1.0.0.0" store="EXCatalog" storeType="EXCatalog"/>
  <we:alternateReferences/>
  <we:properties>
    <we:property name="Office.AutoShowTaskpaneWithDocument" value="fals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CCF69169AB94A9D7C518ACD60545A" ma:contentTypeVersion="12" ma:contentTypeDescription="Create a new document." ma:contentTypeScope="" ma:versionID="c18e170f4fe833185dcf682741e8f86c">
  <xsd:schema xmlns:xsd="http://www.w3.org/2001/XMLSchema" xmlns:xs="http://www.w3.org/2001/XMLSchema" xmlns:p="http://schemas.microsoft.com/office/2006/metadata/properties" xmlns:ns2="d282c5e2-1a29-480b-8ef9-8bbb86aada25" xmlns:ns3="841f02e9-9b15-4559-9881-e9116a97eaca" targetNamespace="http://schemas.microsoft.com/office/2006/metadata/properties" ma:root="true" ma:fieldsID="4beb6c79a85bd867075192e530d4d653" ns2:_="" ns3:_="">
    <xsd:import namespace="d282c5e2-1a29-480b-8ef9-8bbb86aada25"/>
    <xsd:import namespace="841f02e9-9b15-4559-9881-e9116a97ea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82c5e2-1a29-480b-8ef9-8bbb86aada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ec7ee6d-d4d4-494f-adc2-937be636a3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f02e9-9b15-4559-9881-e9116a97eac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8dcfa44-e6b4-412b-8ecb-da706e2030f1}" ma:internalName="TaxCatchAll" ma:showField="CatchAllData" ma:web="841f02e9-9b15-4559-9881-e9116a97ea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82c5e2-1a29-480b-8ef9-8bbb86aada25">
      <Terms xmlns="http://schemas.microsoft.com/office/infopath/2007/PartnerControls"/>
    </lcf76f155ced4ddcb4097134ff3c332f>
    <TaxCatchAll xmlns="841f02e9-9b15-4559-9881-e9116a97eaca" xsi:nil="true"/>
  </documentManagement>
</p:properties>
</file>

<file path=customXml/itemProps1.xml><?xml version="1.0" encoding="utf-8"?>
<ds:datastoreItem xmlns:ds="http://schemas.openxmlformats.org/officeDocument/2006/customXml" ds:itemID="{9CEBAD6A-AFE5-46E0-9A90-AF4AB80FFB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F8C90A-C7B9-42D4-8052-22EE4C913D5E}"/>
</file>

<file path=customXml/itemProps3.xml><?xml version="1.0" encoding="utf-8"?>
<ds:datastoreItem xmlns:ds="http://schemas.openxmlformats.org/officeDocument/2006/customXml" ds:itemID="{D4ABDA6A-1F6C-4B42-8544-08E5AE6AC91F}">
  <ds:schemaRefs>
    <ds:schemaRef ds:uri="http://schemas.microsoft.com/office/infopath/2007/PartnerControls"/>
    <ds:schemaRef ds:uri="http://schemas.microsoft.com/office/2006/documentManagement/types"/>
    <ds:schemaRef ds:uri="d7532cd0-e888-47d6-8f58-db0210f25002"/>
    <ds:schemaRef ds:uri="http://purl.org/dc/elements/1.1/"/>
    <ds:schemaRef ds:uri="10c3a147-0d64-46aa-a281-dc97358e8373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7582</Words>
  <Application>Microsoft Office PowerPoint</Application>
  <PresentationFormat>Widescreen</PresentationFormat>
  <Paragraphs>616</Paragraphs>
  <Slides>56</Slides>
  <Notes>55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BBL Sans Office</vt:lpstr>
      <vt:lpstr>BBL Sans Office Medium</vt:lpstr>
      <vt:lpstr>Bangkok bank</vt:lpstr>
      <vt:lpstr>Headline goes here – One to three rows</vt:lpstr>
      <vt:lpstr>Headline goes here – One to three rows</vt:lpstr>
      <vt:lpstr>Agenda</vt:lpstr>
      <vt:lpstr>Leveraging analytics for growth tactics</vt:lpstr>
      <vt:lpstr>Leveraging analytics for growth tactics</vt:lpstr>
      <vt:lpstr>How to apply data-driven insights in sales</vt:lpstr>
      <vt:lpstr>How to apply data-driven insights in sales</vt:lpstr>
      <vt:lpstr>How to apply data-driven insights in sales</vt:lpstr>
      <vt:lpstr>How to apply data-driven insights in sales</vt:lpstr>
      <vt:lpstr>PowerPoint Presentation</vt:lpstr>
      <vt:lpstr>PowerPoint Presentation</vt:lpstr>
      <vt:lpstr>Bullet point slide with content</vt:lpstr>
      <vt:lpstr>Bullet point</vt:lpstr>
      <vt:lpstr>Two column slide</vt:lpstr>
      <vt:lpstr>Three column slide</vt:lpstr>
      <vt:lpstr>Four column slide</vt:lpstr>
      <vt:lpstr>Two column slide with images</vt:lpstr>
      <vt:lpstr>Three column</vt:lpstr>
      <vt:lpstr>Four column slide with images</vt:lpstr>
      <vt:lpstr>DOC: Two columns</vt:lpstr>
      <vt:lpstr>DOC: 1 graph and text</vt:lpstr>
      <vt:lpstr>DOC: 2 graphs and text</vt:lpstr>
      <vt:lpstr>DOC: 3 graphs and text</vt:lpstr>
      <vt:lpstr>DOC: 2 columns and 1 graph (small)</vt:lpstr>
      <vt:lpstr>DOC: 2 columns and 2 graphs (small)</vt:lpstr>
      <vt:lpstr>DOC: 2 columns and 3 graphs (small)</vt:lpstr>
      <vt:lpstr>DOC: Text and 1 graph (small)</vt:lpstr>
      <vt:lpstr>DOC: Text and 2 graphs (small)</vt:lpstr>
      <vt:lpstr>DOC: Text and 3 graph (small)</vt:lpstr>
      <vt:lpstr>Title only slide</vt:lpstr>
      <vt:lpstr>PowerPoint Presentation</vt:lpstr>
      <vt:lpstr>PowerPoint Presentation</vt:lpstr>
      <vt:lpstr>ขอบคุณ Thank you!</vt:lpstr>
      <vt:lpstr>PowerPoint Presentation</vt:lpstr>
      <vt:lpstr>High-level overview timeline</vt:lpstr>
      <vt:lpstr>High-level overview timeline (long)</vt:lpstr>
      <vt:lpstr>Project phases (short)</vt:lpstr>
      <vt:lpstr>Project phases (short)</vt:lpstr>
      <vt:lpstr>Project phases (short)</vt:lpstr>
      <vt:lpstr>Project phases (short)</vt:lpstr>
      <vt:lpstr>Alternative layout</vt:lpstr>
      <vt:lpstr>Quarterly timeline</vt:lpstr>
      <vt:lpstr>Quarterly timeline</vt:lpstr>
      <vt:lpstr>Hierarchy diagram</vt:lpstr>
      <vt:lpstr>World map</vt:lpstr>
      <vt:lpstr>SEA/Thailand map</vt:lpstr>
      <vt:lpstr>K. Somchai Sombat </vt:lpstr>
      <vt:lpstr>Representatives of Bangkok Bank</vt:lpstr>
      <vt:lpstr>Instructions Layouts, Theme Colors, Theme Fonts</vt:lpstr>
      <vt:lpstr>Instructions  Images and videos</vt:lpstr>
      <vt:lpstr>Instructions  Working with presentations</vt:lpstr>
      <vt:lpstr>Instructions  Working with presentations</vt:lpstr>
      <vt:lpstr>เลย์เอาต์ สีธีม การจัดรูปแบบข้อความ ฟอนต์ </vt:lpstr>
      <vt:lpstr>การจัดการรูปภาพและวิดีโอ</vt:lpstr>
      <vt:lpstr>ข้อแนะนำในการสร้างและปรับแต่งไฟล์นำเสนอ</vt:lpstr>
      <vt:lpstr>ข้อแนะนำในการสร้างและปรับแต่งไฟล์นำเสนอ (ต่อ)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Lindqvist</dc:creator>
  <cp:lastModifiedBy>Jonas Gullman</cp:lastModifiedBy>
  <cp:revision>183</cp:revision>
  <dcterms:created xsi:type="dcterms:W3CDTF">2024-06-10T10:11:33Z</dcterms:created>
  <dcterms:modified xsi:type="dcterms:W3CDTF">2026-05-22T13:40:45Z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0x010100AB2CCF69169AB94A9D7C518ACD60545A</vt:lpwstr>
  </property>
  <property fmtid="{D5CDD505-2E9C-101B-9397-08002B2CF9AE}" pid="3" name="Order">
    <vt:r8>32000</vt:r8>
  </property>
  <property fmtid="{D5CDD505-2E9C-101B-9397-08002B2CF9AE}" pid="4" name="MediaServiceImageTags">
    <vt:lpwstr/>
  </property>
  <property fmtid="{D5CDD505-2E9C-101B-9397-08002B2CF9AE}" pid="5" name="NumCols">
    <vt:lpwstr>12</vt:lpwstr>
  </property>
  <property fmtid="{D5CDD505-2E9C-101B-9397-08002B2CF9AE}" pid="6" name="NumRows">
    <vt:lpwstr>9</vt:lpwstr>
  </property>
  <property fmtid="{D5CDD505-2E9C-101B-9397-08002B2CF9AE}" pid="7" name="ColSpacing">
    <vt:lpwstr>0,35</vt:lpwstr>
  </property>
  <property fmtid="{D5CDD505-2E9C-101B-9397-08002B2CF9AE}" pid="8" name="RowSpacing">
    <vt:lpwstr>0,35</vt:lpwstr>
  </property>
  <property fmtid="{D5CDD505-2E9C-101B-9397-08002B2CF9AE}" pid="9" name="Mall">
    <vt:lpwstr>1,7</vt:lpwstr>
  </property>
  <property fmtid="{D5CDD505-2E9C-101B-9397-08002B2CF9AE}" pid="10" name="Mleft">
    <vt:lpwstr>0,95</vt:lpwstr>
  </property>
  <property fmtid="{D5CDD505-2E9C-101B-9397-08002B2CF9AE}" pid="11" name="Mright">
    <vt:lpwstr>0,95</vt:lpwstr>
  </property>
  <property fmtid="{D5CDD505-2E9C-101B-9397-08002B2CF9AE}" pid="12" name="Mtop">
    <vt:lpwstr>0,95</vt:lpwstr>
  </property>
  <property fmtid="{D5CDD505-2E9C-101B-9397-08002B2CF9AE}" pid="13" name="Mbot">
    <vt:lpwstr>1,65</vt:lpwstr>
  </property>
</Properties>
</file>