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/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B5CBBF32-B26D-439C-BE94-4B5D87E0BA76}">
          <p14:sldIdLst>
            <p14:sldId id="342"/>
            <p14:sldId id="343"/>
            <p14:sldId id="349"/>
            <p14:sldId id="347"/>
            <p14:sldId id="2147480014"/>
            <p14:sldId id="348"/>
            <p14:sldId id="2147480015"/>
            <p14:sldId id="351"/>
            <p14:sldId id="2147480016"/>
            <p14:sldId id="2147480011"/>
            <p14:sldId id="2147480012"/>
            <p14:sldId id="2147480018"/>
            <p14:sldId id="355"/>
            <p14:sldId id="356"/>
            <p14:sldId id="358"/>
            <p14:sldId id="394"/>
            <p14:sldId id="359"/>
            <p14:sldId id="383"/>
            <p14:sldId id="361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62"/>
            <p14:sldId id="382"/>
            <p14:sldId id="2147480010"/>
            <p14:sldId id="381"/>
            <p14:sldId id="364"/>
          </p14:sldIdLst>
        </p14:section>
        <p14:section name="Example slides" id="{FF40B3B5-12DD-4FE6-88FC-D60B73AAC9BA}">
          <p14:sldIdLst>
            <p14:sldId id="378"/>
            <p14:sldId id="379"/>
            <p14:sldId id="369"/>
            <p14:sldId id="376"/>
            <p14:sldId id="377"/>
            <p14:sldId id="368"/>
            <p14:sldId id="375"/>
            <p14:sldId id="370"/>
            <p14:sldId id="374"/>
            <p14:sldId id="2147480017"/>
            <p14:sldId id="395"/>
            <p14:sldId id="396"/>
            <p14:sldId id="372"/>
            <p14:sldId id="380"/>
          </p14:sldIdLst>
        </p14:section>
        <p14:section name="Instructions EN" id="{197194E2-25E1-4A4F-9C22-642319CC92D5}">
          <p14:sldIdLst>
            <p14:sldId id="435"/>
            <p14:sldId id="436"/>
            <p14:sldId id="437"/>
            <p14:sldId id="438"/>
          </p14:sldIdLst>
        </p14:section>
        <p14:section name="Instrructions TH" id="{0422DF4F-6B72-D245-AB6F-1235812BBC2F}">
          <p14:sldIdLst>
            <p14:sldId id="2147479986"/>
            <p14:sldId id="453"/>
            <p14:sldId id="454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3B4AE25-F16A-9EA6-3739-F0B81292DAE3}" name="Hanna Bergström" initials="" userId="S::hanna.bergstrom@lynxeye.com::c91d163e-dd6f-4128-a472-59f5e4cf929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E3E5"/>
    <a:srgbClr val="EFEFEF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4604" autoAdjust="0"/>
  </p:normalViewPr>
  <p:slideViewPr>
    <p:cSldViewPr snapToGrid="0">
      <p:cViewPr varScale="1">
        <p:scale>
          <a:sx n="112" d="100"/>
          <a:sy n="112" d="100"/>
        </p:scale>
        <p:origin x="52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354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E87D75-2A75-97F1-9FF6-762EC85B14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66EBA-761B-9D34-4263-389A16B29E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61520E-AEBC-4CDE-BB85-D31F0E1D3D5F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10E55E-D779-8274-2F37-FF2005BD12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7E86D7-3D92-14B8-20D1-A81C3FAADD7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295221-43E4-47E6-820A-7F6B3549E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7670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CD27F-57ED-4050-A749-338366197E0D}" type="datetimeFigureOut">
              <a:rPr lang="sv-SE" smtClean="0"/>
              <a:t>2026-05-22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CD586-C145-4C08-8ECD-C931AA62810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98416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312" y="1700213"/>
            <a:ext cx="6669348" cy="2546351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 here </a:t>
            </a:r>
            <a:br>
              <a:rPr lang="en-US"/>
            </a:br>
            <a:r>
              <a:rPr lang="en-US"/>
              <a:t>maximum 3 rows</a:t>
            </a:r>
            <a:endParaRPr lang="en-US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0B04F11C-8931-4F2C-862F-B58C9926FB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effectLst/>
              </a:rPr>
              <a:t>Name and surname of presenter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312" y="5716803"/>
            <a:ext cx="4763222" cy="310958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and place</a:t>
            </a:r>
            <a:endParaRPr lang="en-US" dirty="0"/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D5663B02-B92E-DE7E-CBA0-CC03E7971C3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149976" y="6874476"/>
            <a:ext cx="1820862" cy="177162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mtClean="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A891D450-FBC2-2799-313D-A58006FB65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5267" y="6874477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8E763E8F-9850-507E-F722-1F563D0909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1850" y="6874476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45FB482-F5AB-5445-EB72-C068969C87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176" y="340518"/>
            <a:ext cx="2059201" cy="5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692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8EC79-F416-4E3D-A67E-4A13E80045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41312" y="1700213"/>
            <a:ext cx="5691188" cy="254635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title here </a:t>
            </a:r>
            <a:br>
              <a:rPr lang="en-US"/>
            </a:br>
            <a:r>
              <a:rPr lang="en-US"/>
              <a:t>maximum 3 rows</a:t>
            </a:r>
            <a:endParaRPr lang="en-US" dirty="0"/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81876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81877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81876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E06256C-A0AD-14E7-6F0B-BF1DABEF13E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40575" y="0"/>
            <a:ext cx="5051423" cy="6858000"/>
          </a:xfrm>
          <a:noFill/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7" name="Underrubrik 2">
            <a:extLst>
              <a:ext uri="{FF2B5EF4-FFF2-40B4-BE49-F238E27FC236}">
                <a16:creationId xmlns:a16="http://schemas.microsoft.com/office/drawing/2014/main" id="{6ACDD429-4DFE-D2F0-E695-3AA7A9AD07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1312" y="5292139"/>
            <a:ext cx="4763222" cy="29903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effectLst/>
              </a:rPr>
              <a:t>Name and surname of presenter</a:t>
            </a:r>
            <a:endParaRPr lang="en-US" dirty="0"/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C72FF69D-1921-8F32-2BC0-3619DC8529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1312" y="5716803"/>
            <a:ext cx="4763222" cy="310958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and place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EDD3F22-14F2-D507-E5CA-228F248CE4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7176" y="340518"/>
            <a:ext cx="2059201" cy="51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8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1" y="1687513"/>
            <a:ext cx="849313" cy="45751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1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DFEC708-0381-A982-022A-2654C62012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02326" y="1685925"/>
            <a:ext cx="3760211" cy="45878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XX:XX–XX:XX Agenda item</a:t>
            </a:r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/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/>
          </a:p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6CECD45-4679-DE1B-55A9-E84262E5A8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975" y="1685925"/>
            <a:ext cx="5699125" cy="4587875"/>
          </a:xfrm>
        </p:spPr>
        <p:txBody>
          <a:bodyPr vert="horz" lIns="0" tIns="0" rIns="0" bIns="0" rtlCol="0" anchor="t"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spcAft>
                <a:spcPts val="0"/>
              </a:spcAft>
              <a:buNone/>
              <a:defRPr lang="en-US" sz="2000" spc="0" dirty="0">
                <a:solidFill>
                  <a:schemeClr val="tx2"/>
                </a:solidFill>
              </a:defRPr>
            </a:lvl1pPr>
          </a:lstStyle>
          <a:p>
            <a:pPr marL="342900" lvl="0" indent="-342900">
              <a:lnSpc>
                <a:spcPct val="100000"/>
              </a:lnSpc>
              <a:spcBef>
                <a:spcPts val="800"/>
              </a:spcBef>
              <a:spcAft>
                <a:spcPts val="300"/>
              </a:spcAft>
            </a:pPr>
            <a:r>
              <a:rPr lang="en-US"/>
              <a:t>Name Surname</a:t>
            </a:r>
            <a:endParaRPr lang="en-US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1969E36E-70E4-2EE2-8C8A-3A06C4A52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313" y="341313"/>
            <a:ext cx="6658611" cy="546099"/>
          </a:xfrm>
        </p:spPr>
        <p:txBody>
          <a:bodyPr anchor="b">
            <a:noAutofit/>
          </a:bodyPr>
          <a:lstStyle>
            <a:lvl1pPr>
              <a:defRPr sz="3200" kern="1200" spc="-50" baseline="0"/>
            </a:lvl1pPr>
          </a:lstStyle>
          <a:p>
            <a:r>
              <a:rPr lang="en-US"/>
              <a:t>Agenda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67EBE-CBC7-5986-3C8C-09FF9CB70197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A44254-E7C5-754D-4A93-76453113F59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8FAEC9-D60D-7495-1C3E-EE574E762D1B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53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BFC8974-1BE1-98F7-77EF-18D268C76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421" y="319090"/>
            <a:ext cx="2059200" cy="511643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195" y="2357438"/>
            <a:ext cx="4742344" cy="1762385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179664-B26A-6449-14D4-8470D0FCE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489" y="4894025"/>
            <a:ext cx="2843657" cy="121761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64478F-DB0F-7783-D5E6-D0EE48E6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77068" cy="1873723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F1FB46AD-B32B-9A3C-CB95-F1D25135FC24}"/>
              </a:ext>
            </a:extLst>
          </p:cNvPr>
          <p:cNvSpPr/>
          <p:nvPr/>
        </p:nvSpPr>
        <p:spPr>
          <a:xfrm>
            <a:off x="11521018" y="343854"/>
            <a:ext cx="330781" cy="425290"/>
          </a:xfrm>
          <a:custGeom>
            <a:avLst/>
            <a:gdLst>
              <a:gd name="connsiteX0" fmla="*/ 288666 w 318967"/>
              <a:gd name="connsiteY0" fmla="*/ 169584 h 425290"/>
              <a:gd name="connsiteX1" fmla="*/ 159484 w 318967"/>
              <a:gd name="connsiteY1" fmla="*/ 0 h 425290"/>
              <a:gd name="connsiteX2" fmla="*/ 30302 w 318967"/>
              <a:gd name="connsiteY2" fmla="*/ 169584 h 425290"/>
              <a:gd name="connsiteX3" fmla="*/ 0 w 318967"/>
              <a:gd name="connsiteY3" fmla="*/ 250389 h 425290"/>
              <a:gd name="connsiteX4" fmla="*/ 57946 w 318967"/>
              <a:gd name="connsiteY4" fmla="*/ 355117 h 425290"/>
              <a:gd name="connsiteX5" fmla="*/ 159484 w 318967"/>
              <a:gd name="connsiteY5" fmla="*/ 425290 h 425290"/>
              <a:gd name="connsiteX6" fmla="*/ 261022 w 318967"/>
              <a:gd name="connsiteY6" fmla="*/ 355117 h 425290"/>
              <a:gd name="connsiteX7" fmla="*/ 318968 w 318967"/>
              <a:gd name="connsiteY7" fmla="*/ 250389 h 425290"/>
              <a:gd name="connsiteX8" fmla="*/ 288666 w 318967"/>
              <a:gd name="connsiteY8" fmla="*/ 169584 h 425290"/>
              <a:gd name="connsiteX9" fmla="*/ 138751 w 318967"/>
              <a:gd name="connsiteY9" fmla="*/ 348206 h 425290"/>
              <a:gd name="connsiteX10" fmla="*/ 138751 w 318967"/>
              <a:gd name="connsiteY10" fmla="*/ 373192 h 425290"/>
              <a:gd name="connsiteX11" fmla="*/ 76553 w 318967"/>
              <a:gd name="connsiteY11" fmla="*/ 330663 h 425290"/>
              <a:gd name="connsiteX12" fmla="*/ 30834 w 318967"/>
              <a:gd name="connsiteY12" fmla="*/ 251984 h 425290"/>
              <a:gd name="connsiteX13" fmla="*/ 42529 w 318967"/>
              <a:gd name="connsiteY13" fmla="*/ 207860 h 425290"/>
              <a:gd name="connsiteX14" fmla="*/ 62730 w 318967"/>
              <a:gd name="connsiteY14" fmla="*/ 239226 h 425290"/>
              <a:gd name="connsiteX15" fmla="*/ 128651 w 318967"/>
              <a:gd name="connsiteY15" fmla="*/ 312588 h 425290"/>
              <a:gd name="connsiteX16" fmla="*/ 138751 w 318967"/>
              <a:gd name="connsiteY16" fmla="*/ 348206 h 425290"/>
              <a:gd name="connsiteX17" fmla="*/ 89843 w 318967"/>
              <a:gd name="connsiteY17" fmla="*/ 223277 h 425290"/>
              <a:gd name="connsiteX18" fmla="*/ 70173 w 318967"/>
              <a:gd name="connsiteY18" fmla="*/ 184470 h 425290"/>
              <a:gd name="connsiteX19" fmla="*/ 85058 w 318967"/>
              <a:gd name="connsiteY19" fmla="*/ 148852 h 425290"/>
              <a:gd name="connsiteX20" fmla="*/ 159484 w 318967"/>
              <a:gd name="connsiteY20" fmla="*/ 52098 h 425290"/>
              <a:gd name="connsiteX21" fmla="*/ 233910 w 318967"/>
              <a:gd name="connsiteY21" fmla="*/ 148852 h 425290"/>
              <a:gd name="connsiteX22" fmla="*/ 248795 w 318967"/>
              <a:gd name="connsiteY22" fmla="*/ 184470 h 425290"/>
              <a:gd name="connsiteX23" fmla="*/ 229125 w 318967"/>
              <a:gd name="connsiteY23" fmla="*/ 223277 h 425290"/>
              <a:gd name="connsiteX24" fmla="*/ 159484 w 318967"/>
              <a:gd name="connsiteY24" fmla="*/ 300893 h 425290"/>
              <a:gd name="connsiteX25" fmla="*/ 89843 w 318967"/>
              <a:gd name="connsiteY25" fmla="*/ 223277 h 425290"/>
              <a:gd name="connsiteX26" fmla="*/ 242416 w 318967"/>
              <a:gd name="connsiteY26" fmla="*/ 330663 h 425290"/>
              <a:gd name="connsiteX27" fmla="*/ 180216 w 318967"/>
              <a:gd name="connsiteY27" fmla="*/ 373192 h 425290"/>
              <a:gd name="connsiteX28" fmla="*/ 180216 w 318967"/>
              <a:gd name="connsiteY28" fmla="*/ 348206 h 425290"/>
              <a:gd name="connsiteX29" fmla="*/ 190318 w 318967"/>
              <a:gd name="connsiteY29" fmla="*/ 312588 h 425290"/>
              <a:gd name="connsiteX30" fmla="*/ 256237 w 318967"/>
              <a:gd name="connsiteY30" fmla="*/ 239226 h 425290"/>
              <a:gd name="connsiteX31" fmla="*/ 276439 w 318967"/>
              <a:gd name="connsiteY31" fmla="*/ 207860 h 425290"/>
              <a:gd name="connsiteX32" fmla="*/ 288133 w 318967"/>
              <a:gd name="connsiteY32" fmla="*/ 251984 h 425290"/>
              <a:gd name="connsiteX33" fmla="*/ 242416 w 318967"/>
              <a:gd name="connsiteY33" fmla="*/ 330663 h 42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18967" h="425290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bg1"/>
          </a:solidFill>
          <a:ln w="7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4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divid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964F6B1-10EC-43D7-8A6F-B43A304B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637ACD31-1B3B-4C51-AAAF-B74C576BA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1FD2A41-9C0C-486B-814D-D78D722E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fld id="{AE086683-F536-42AB-ABBC-F4803DFE8DB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1BFC8974-1BE1-98F7-77EF-18D268C766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8421" y="319090"/>
            <a:ext cx="2059200" cy="511643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37344523-A5CE-A6FC-F781-E7311D7A4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195" y="2357438"/>
            <a:ext cx="4742344" cy="1762385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spcBef>
                <a:spcPts val="1600"/>
              </a:spcBef>
              <a:buNone/>
              <a:defRPr sz="2000" spc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179664-B26A-6449-14D4-8470D0FCED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489" y="4894025"/>
            <a:ext cx="2843657" cy="121761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B64478F-DB0F-7783-D5E6-D0EE48E61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77068" cy="1873723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E7F5E001-1285-B640-6977-F414EFB206D5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8434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4FDB6EB-7251-3A44-3175-B577BB39E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CA65-9446-3DB3-807F-676687897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40575" y="1700213"/>
            <a:ext cx="4716462" cy="3026428"/>
          </a:xfrm>
        </p:spPr>
        <p:txBody>
          <a:bodyPr/>
          <a:lstStyle>
            <a:lvl1pPr>
              <a:lnSpc>
                <a:spcPts val="2500"/>
              </a:lnSpc>
              <a:spcBef>
                <a:spcPts val="1600"/>
              </a:spcBef>
              <a:defRPr sz="2000">
                <a:solidFill>
                  <a:schemeClr val="bg1"/>
                </a:solidFill>
              </a:defRPr>
            </a:lvl1pPr>
            <a:lvl2pPr>
              <a:lnSpc>
                <a:spcPts val="2000"/>
              </a:lnSpc>
              <a:spcBef>
                <a:spcPts val="1200"/>
              </a:spcBef>
              <a:defRPr sz="16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F64DF911-9C2C-10F0-33F1-2BBCB9CE90A1}"/>
              </a:ext>
            </a:extLst>
          </p:cNvPr>
          <p:cNvSpPr/>
          <p:nvPr userDrawn="1"/>
        </p:nvSpPr>
        <p:spPr>
          <a:xfrm>
            <a:off x="11521018" y="343854"/>
            <a:ext cx="330781" cy="425290"/>
          </a:xfrm>
          <a:custGeom>
            <a:avLst/>
            <a:gdLst>
              <a:gd name="connsiteX0" fmla="*/ 288666 w 318967"/>
              <a:gd name="connsiteY0" fmla="*/ 169584 h 425290"/>
              <a:gd name="connsiteX1" fmla="*/ 159484 w 318967"/>
              <a:gd name="connsiteY1" fmla="*/ 0 h 425290"/>
              <a:gd name="connsiteX2" fmla="*/ 30302 w 318967"/>
              <a:gd name="connsiteY2" fmla="*/ 169584 h 425290"/>
              <a:gd name="connsiteX3" fmla="*/ 0 w 318967"/>
              <a:gd name="connsiteY3" fmla="*/ 250389 h 425290"/>
              <a:gd name="connsiteX4" fmla="*/ 57946 w 318967"/>
              <a:gd name="connsiteY4" fmla="*/ 355117 h 425290"/>
              <a:gd name="connsiteX5" fmla="*/ 159484 w 318967"/>
              <a:gd name="connsiteY5" fmla="*/ 425290 h 425290"/>
              <a:gd name="connsiteX6" fmla="*/ 261022 w 318967"/>
              <a:gd name="connsiteY6" fmla="*/ 355117 h 425290"/>
              <a:gd name="connsiteX7" fmla="*/ 318968 w 318967"/>
              <a:gd name="connsiteY7" fmla="*/ 250389 h 425290"/>
              <a:gd name="connsiteX8" fmla="*/ 288666 w 318967"/>
              <a:gd name="connsiteY8" fmla="*/ 169584 h 425290"/>
              <a:gd name="connsiteX9" fmla="*/ 138751 w 318967"/>
              <a:gd name="connsiteY9" fmla="*/ 348206 h 425290"/>
              <a:gd name="connsiteX10" fmla="*/ 138751 w 318967"/>
              <a:gd name="connsiteY10" fmla="*/ 373192 h 425290"/>
              <a:gd name="connsiteX11" fmla="*/ 76553 w 318967"/>
              <a:gd name="connsiteY11" fmla="*/ 330663 h 425290"/>
              <a:gd name="connsiteX12" fmla="*/ 30834 w 318967"/>
              <a:gd name="connsiteY12" fmla="*/ 251984 h 425290"/>
              <a:gd name="connsiteX13" fmla="*/ 42529 w 318967"/>
              <a:gd name="connsiteY13" fmla="*/ 207860 h 425290"/>
              <a:gd name="connsiteX14" fmla="*/ 62730 w 318967"/>
              <a:gd name="connsiteY14" fmla="*/ 239226 h 425290"/>
              <a:gd name="connsiteX15" fmla="*/ 128651 w 318967"/>
              <a:gd name="connsiteY15" fmla="*/ 312588 h 425290"/>
              <a:gd name="connsiteX16" fmla="*/ 138751 w 318967"/>
              <a:gd name="connsiteY16" fmla="*/ 348206 h 425290"/>
              <a:gd name="connsiteX17" fmla="*/ 89843 w 318967"/>
              <a:gd name="connsiteY17" fmla="*/ 223277 h 425290"/>
              <a:gd name="connsiteX18" fmla="*/ 70173 w 318967"/>
              <a:gd name="connsiteY18" fmla="*/ 184470 h 425290"/>
              <a:gd name="connsiteX19" fmla="*/ 85058 w 318967"/>
              <a:gd name="connsiteY19" fmla="*/ 148852 h 425290"/>
              <a:gd name="connsiteX20" fmla="*/ 159484 w 318967"/>
              <a:gd name="connsiteY20" fmla="*/ 52098 h 425290"/>
              <a:gd name="connsiteX21" fmla="*/ 233910 w 318967"/>
              <a:gd name="connsiteY21" fmla="*/ 148852 h 425290"/>
              <a:gd name="connsiteX22" fmla="*/ 248795 w 318967"/>
              <a:gd name="connsiteY22" fmla="*/ 184470 h 425290"/>
              <a:gd name="connsiteX23" fmla="*/ 229125 w 318967"/>
              <a:gd name="connsiteY23" fmla="*/ 223277 h 425290"/>
              <a:gd name="connsiteX24" fmla="*/ 159484 w 318967"/>
              <a:gd name="connsiteY24" fmla="*/ 300893 h 425290"/>
              <a:gd name="connsiteX25" fmla="*/ 89843 w 318967"/>
              <a:gd name="connsiteY25" fmla="*/ 223277 h 425290"/>
              <a:gd name="connsiteX26" fmla="*/ 242416 w 318967"/>
              <a:gd name="connsiteY26" fmla="*/ 330663 h 425290"/>
              <a:gd name="connsiteX27" fmla="*/ 180216 w 318967"/>
              <a:gd name="connsiteY27" fmla="*/ 373192 h 425290"/>
              <a:gd name="connsiteX28" fmla="*/ 180216 w 318967"/>
              <a:gd name="connsiteY28" fmla="*/ 348206 h 425290"/>
              <a:gd name="connsiteX29" fmla="*/ 190318 w 318967"/>
              <a:gd name="connsiteY29" fmla="*/ 312588 h 425290"/>
              <a:gd name="connsiteX30" fmla="*/ 256237 w 318967"/>
              <a:gd name="connsiteY30" fmla="*/ 239226 h 425290"/>
              <a:gd name="connsiteX31" fmla="*/ 276439 w 318967"/>
              <a:gd name="connsiteY31" fmla="*/ 207860 h 425290"/>
              <a:gd name="connsiteX32" fmla="*/ 288133 w 318967"/>
              <a:gd name="connsiteY32" fmla="*/ 251984 h 425290"/>
              <a:gd name="connsiteX33" fmla="*/ 242416 w 318967"/>
              <a:gd name="connsiteY33" fmla="*/ 330663 h 425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18967" h="425290">
                <a:moveTo>
                  <a:pt x="288666" y="169584"/>
                </a:moveTo>
                <a:lnTo>
                  <a:pt x="159484" y="0"/>
                </a:lnTo>
                <a:lnTo>
                  <a:pt x="30302" y="169584"/>
                </a:lnTo>
                <a:cubicBezTo>
                  <a:pt x="8506" y="198291"/>
                  <a:pt x="0" y="223277"/>
                  <a:pt x="0" y="250389"/>
                </a:cubicBezTo>
                <a:cubicBezTo>
                  <a:pt x="0" y="291855"/>
                  <a:pt x="20733" y="329068"/>
                  <a:pt x="57946" y="355117"/>
                </a:cubicBezTo>
                <a:lnTo>
                  <a:pt x="159484" y="425290"/>
                </a:lnTo>
                <a:lnTo>
                  <a:pt x="261022" y="355117"/>
                </a:lnTo>
                <a:cubicBezTo>
                  <a:pt x="298235" y="329068"/>
                  <a:pt x="318968" y="291855"/>
                  <a:pt x="318968" y="250389"/>
                </a:cubicBezTo>
                <a:cubicBezTo>
                  <a:pt x="318968" y="223277"/>
                  <a:pt x="310462" y="198291"/>
                  <a:pt x="288666" y="169584"/>
                </a:cubicBezTo>
                <a:close/>
                <a:moveTo>
                  <a:pt x="138751" y="348206"/>
                </a:moveTo>
                <a:lnTo>
                  <a:pt x="138751" y="373192"/>
                </a:lnTo>
                <a:lnTo>
                  <a:pt x="76553" y="330663"/>
                </a:lnTo>
                <a:cubicBezTo>
                  <a:pt x="47313" y="310993"/>
                  <a:pt x="30834" y="281755"/>
                  <a:pt x="30834" y="251984"/>
                </a:cubicBezTo>
                <a:cubicBezTo>
                  <a:pt x="30834" y="236568"/>
                  <a:pt x="35086" y="221682"/>
                  <a:pt x="42529" y="207860"/>
                </a:cubicBezTo>
                <a:cubicBezTo>
                  <a:pt x="45719" y="216898"/>
                  <a:pt x="51035" y="225935"/>
                  <a:pt x="62730" y="239226"/>
                </a:cubicBezTo>
                <a:lnTo>
                  <a:pt x="128651" y="312588"/>
                </a:lnTo>
                <a:cubicBezTo>
                  <a:pt x="139283" y="324815"/>
                  <a:pt x="138751" y="332258"/>
                  <a:pt x="138751" y="348206"/>
                </a:cubicBezTo>
                <a:close/>
                <a:moveTo>
                  <a:pt x="89843" y="223277"/>
                </a:moveTo>
                <a:cubicBezTo>
                  <a:pt x="73363" y="205202"/>
                  <a:pt x="70173" y="195102"/>
                  <a:pt x="70173" y="184470"/>
                </a:cubicBezTo>
                <a:cubicBezTo>
                  <a:pt x="70173" y="173837"/>
                  <a:pt x="72300" y="165331"/>
                  <a:pt x="85058" y="148852"/>
                </a:cubicBezTo>
                <a:lnTo>
                  <a:pt x="159484" y="52098"/>
                </a:lnTo>
                <a:lnTo>
                  <a:pt x="233910" y="148852"/>
                </a:lnTo>
                <a:cubicBezTo>
                  <a:pt x="246137" y="165331"/>
                  <a:pt x="248795" y="174369"/>
                  <a:pt x="248795" y="184470"/>
                </a:cubicBezTo>
                <a:cubicBezTo>
                  <a:pt x="248795" y="195102"/>
                  <a:pt x="245605" y="205202"/>
                  <a:pt x="229125" y="223277"/>
                </a:cubicBezTo>
                <a:lnTo>
                  <a:pt x="159484" y="300893"/>
                </a:lnTo>
                <a:lnTo>
                  <a:pt x="89843" y="223277"/>
                </a:lnTo>
                <a:close/>
                <a:moveTo>
                  <a:pt x="242416" y="330663"/>
                </a:moveTo>
                <a:lnTo>
                  <a:pt x="180216" y="373192"/>
                </a:lnTo>
                <a:lnTo>
                  <a:pt x="180216" y="348206"/>
                </a:lnTo>
                <a:cubicBezTo>
                  <a:pt x="180216" y="332258"/>
                  <a:pt x="179685" y="324815"/>
                  <a:pt x="190318" y="312588"/>
                </a:cubicBezTo>
                <a:lnTo>
                  <a:pt x="256237" y="239226"/>
                </a:lnTo>
                <a:cubicBezTo>
                  <a:pt x="267933" y="225935"/>
                  <a:pt x="273248" y="216898"/>
                  <a:pt x="276439" y="207860"/>
                </a:cubicBezTo>
                <a:cubicBezTo>
                  <a:pt x="283881" y="221682"/>
                  <a:pt x="288133" y="236568"/>
                  <a:pt x="288133" y="251984"/>
                </a:cubicBezTo>
                <a:cubicBezTo>
                  <a:pt x="288133" y="281755"/>
                  <a:pt x="271654" y="310993"/>
                  <a:pt x="242416" y="330663"/>
                </a:cubicBezTo>
                <a:close/>
              </a:path>
            </a:pathLst>
          </a:custGeom>
          <a:solidFill>
            <a:schemeClr val="bg1"/>
          </a:solidFill>
          <a:ln w="771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188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4FDB6EB-7251-3A44-3175-B577BB39EE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78D318-8C23-97A3-FE87-2318CD8937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6CA65-9446-3DB3-807F-676687897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40575" y="1700213"/>
            <a:ext cx="4716462" cy="3026428"/>
          </a:xfrm>
        </p:spPr>
        <p:txBody>
          <a:bodyPr/>
          <a:lstStyle>
            <a:lvl1pPr>
              <a:lnSpc>
                <a:spcPts val="2500"/>
              </a:lnSpc>
              <a:spcBef>
                <a:spcPts val="1600"/>
              </a:spcBef>
              <a:defRPr sz="2000">
                <a:solidFill>
                  <a:schemeClr val="tx1"/>
                </a:solidFill>
              </a:defRPr>
            </a:lvl1pPr>
            <a:lvl2pPr>
              <a:lnSpc>
                <a:spcPts val="2000"/>
              </a:lnSpc>
              <a:spcBef>
                <a:spcPts val="1200"/>
              </a:spcBef>
              <a:defRPr sz="16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B5C609A-50BA-2247-B3E2-08AA1F2B297C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14302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F7436C3A-978D-898C-22D1-5B0DB7B38B7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40576" y="0"/>
            <a:ext cx="5051424" cy="6858000"/>
          </a:xfrm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04E4B1C8-BDA9-48B6-A51A-9AF6AB48A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0CFD44C-0E3B-4E77-C990-1F9122F7F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80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hit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F7436C3A-978D-898C-22D1-5B0DB7B38B7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140576" y="0"/>
            <a:ext cx="5051424" cy="6858000"/>
          </a:xfrm>
        </p:spPr>
        <p:txBody>
          <a:bodyPr lIns="0" tIns="216000" anchor="t" anchorCtr="1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7" name="Platshållare för datum 16">
            <a:extLst>
              <a:ext uri="{FF2B5EF4-FFF2-40B4-BE49-F238E27FC236}">
                <a16:creationId xmlns:a16="http://schemas.microsoft.com/office/drawing/2014/main" id="{3DF63280-29DB-C069-9088-1BFD4C32A09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8" name="Platshållare för sidfot 17">
            <a:extLst>
              <a:ext uri="{FF2B5EF4-FFF2-40B4-BE49-F238E27FC236}">
                <a16:creationId xmlns:a16="http://schemas.microsoft.com/office/drawing/2014/main" id="{BF8AA0CE-D470-3434-E868-17527D97B5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9" name="Platshållare för bildnummer 18">
            <a:extLst>
              <a:ext uri="{FF2B5EF4-FFF2-40B4-BE49-F238E27FC236}">
                <a16:creationId xmlns:a16="http://schemas.microsoft.com/office/drawing/2014/main" id="{AE110E27-7C47-E9A0-CEA1-021A081301D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04E4B1C8-BDA9-48B6-A51A-9AF6AB48AD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2171" y="1704542"/>
            <a:ext cx="5700329" cy="1870507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edit Master title style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0CFD44C-0E3B-4E77-C990-1F9122F7F6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3" y="341313"/>
            <a:ext cx="2792030" cy="502893"/>
          </a:xfrm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None/>
              <a:defRPr sz="3200" spc="-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1.1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65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99A3C7E-0B68-2C9F-2DDD-A568B4CBE24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accent3"/>
          </a:solidFill>
        </p:spPr>
        <p:txBody>
          <a:bodyPr lIns="0" tIns="0" bIns="684000" anchor="b" anchorCtr="1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2EDB52-D1CD-A13B-C828-980D830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59880" cy="1889125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3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FC9C-39B3-502B-3D24-669FA3055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663" y="3028950"/>
            <a:ext cx="3744629" cy="121602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2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3E2872D3-8D90-A3BC-8931-CF1AF7E9465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F3568AEB-4568-7E09-3F64-08802591C5D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A9F44E4E-F594-C22B-5341-BA02B7B4ED2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B63C6CD-007C-5F74-E5E2-F7CB28BA79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1017" y="343854"/>
            <a:ext cx="330781" cy="42529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>
              <a:buNone/>
              <a:defRPr sz="100">
                <a:noFill/>
              </a:defRPr>
            </a:lvl1pPr>
          </a:lstStyle>
          <a:p>
            <a:pPr lvl="0"/>
            <a:r>
              <a:rPr lang="en-US" sz="10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99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- Blue lo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6E62C869-7F1A-E8B6-0DF1-09C2FEE56F6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solidFill>
            <a:schemeClr val="bg1"/>
          </a:solidFill>
        </p:spPr>
        <p:txBody>
          <a:bodyPr lIns="0" tIns="0" bIns="684000" anchor="b" anchorCtr="1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E2EDB52-D1CD-A13B-C828-980D830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6659880" cy="1889125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defRPr sz="3200" spc="-3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FC9C-39B3-502B-3D24-669FA3055E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663" y="3028950"/>
            <a:ext cx="3744629" cy="1216024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900"/>
              </a:spcBef>
              <a:buNone/>
              <a:defRPr sz="12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8" name="Platshållare för datum 7">
            <a:extLst>
              <a:ext uri="{FF2B5EF4-FFF2-40B4-BE49-F238E27FC236}">
                <a16:creationId xmlns:a16="http://schemas.microsoft.com/office/drawing/2014/main" id="{3E2872D3-8D90-A3BC-8931-CF1AF7E9465B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6149976" y="6858000"/>
            <a:ext cx="1820862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10" name="Platshållare för sidfot 9">
            <a:extLst>
              <a:ext uri="{FF2B5EF4-FFF2-40B4-BE49-F238E27FC236}">
                <a16:creationId xmlns:a16="http://schemas.microsoft.com/office/drawing/2014/main" id="{F3568AEB-4568-7E09-3F64-08802591C5D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45267" y="6858001"/>
            <a:ext cx="3751264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1" name="Platshållare för bildnummer 10">
            <a:extLst>
              <a:ext uri="{FF2B5EF4-FFF2-40B4-BE49-F238E27FC236}">
                <a16:creationId xmlns:a16="http://schemas.microsoft.com/office/drawing/2014/main" id="{A9F44E4E-F594-C22B-5341-BA02B7B4ED2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0991850" y="6858000"/>
            <a:ext cx="865188" cy="177162"/>
          </a:xfrm>
        </p:spPr>
        <p:txBody>
          <a:bodyPr/>
          <a:lstStyle>
            <a:lvl1pPr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7EBB77A0-CAA9-0DDE-5A72-36DE171D08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23398" y="343854"/>
            <a:ext cx="330781" cy="42529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>
              <a:buNone/>
              <a:defRPr sz="100">
                <a:noFill/>
              </a:defRPr>
            </a:lvl1pPr>
          </a:lstStyle>
          <a:p>
            <a:pPr lvl="0"/>
            <a:r>
              <a:rPr lang="en-US" sz="10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254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C11800-574F-41D3-979F-6EA860ACA3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313" y="1700213"/>
            <a:ext cx="11507787" cy="45624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E8DBAF-63C1-B430-B9A9-5B420F5D34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01D960B-CB63-C137-6DC5-9CEECFBC9D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8DA9E7-36E2-E0A8-04D9-4046D0B597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0F4051-45CB-8155-890E-806032D81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0599EA4-FAFB-C63F-E4D5-1C543A8BC1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898855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point 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0FD737CB-143D-98F0-9917-CB45F2CA4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4730369" cy="546099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0C5C391-C03E-5C0C-305F-90EF17223A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F8020B-23D8-1C1C-6CB8-FE99BC4E677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341313"/>
            <a:ext cx="5686141" cy="5921375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>
              <a:defRPr lang="en-US" sz="1200" dirty="0" smtClean="0">
                <a:solidFill>
                  <a:sysClr val="windowText" lastClr="000000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750BC-B02E-A425-E0A5-9255AB4C8264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4917B3-C9E5-5626-5476-26632508A2E8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8543AA-9C71-8DA1-D4A5-43ED451E6B5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15BD9-9AC1-5BC7-FD6D-8087B629CA4B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AAEF0B-144E-0906-D57C-9353A1E4F83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8" y="3028949"/>
            <a:ext cx="374463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E984F11-9D2A-8724-488B-2FFC9E9F762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747537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6C8943-65EC-4C53-2757-90C7D52CC87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E5241-5222-B7CD-133D-51A32D71B1C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A8168-CE73-CEEF-9DA4-34783835437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88CE95F-D557-13CB-F596-A8255991C9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8CD3A-F766-ED2A-DB0D-B953AE8A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C93C2E11-840D-17AF-6302-AC0EBF0770E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7" y="3028950"/>
            <a:ext cx="5690902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0E353E-900A-2E84-D613-960A67B5AB9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159497" y="3028950"/>
            <a:ext cx="5690900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D586140-FD88-890E-C312-4776A405C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644410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F32DA68-0DDD-495B-1567-9D1FBF80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3" y="1700213"/>
            <a:ext cx="3751261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19575" y="1700213"/>
            <a:ext cx="3751263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6346" y="1700213"/>
            <a:ext cx="375275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FBEC076-831A-F009-922F-75619323E6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40" y="1514740"/>
            <a:ext cx="3765600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D90942E5-8BF9-9418-3D10-18FF9F41AC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12075" y="1514740"/>
            <a:ext cx="3765600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193B36F-1095-1637-E2A2-38C35BC26E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90337" y="1514688"/>
            <a:ext cx="3758763" cy="4582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 spc="0" baseline="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58840-6194-6363-932C-F87A2DE7D30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7AB51-C190-439D-39CE-8D2059921E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5E87-66FF-85C1-DB08-92BBB7E078F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22273EDA-BB03-7AEC-045E-661852E9C07C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1313" y="2357438"/>
            <a:ext cx="3751261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D6F32318-10F0-96EC-A02A-6E8BD8D0A0FF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4219575" y="2357438"/>
            <a:ext cx="375126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4E4CBE43-340B-5D5A-6D31-ED575AE2824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8096347" y="2357438"/>
            <a:ext cx="3751261" cy="323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4A67197-246E-2564-388E-E37A50B2A2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27523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with fotnot/data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DF32DA68-0DDD-495B-1567-9D1FBF806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latshållare för text 2">
            <a:extLst>
              <a:ext uri="{FF2B5EF4-FFF2-40B4-BE49-F238E27FC236}">
                <a16:creationId xmlns:a16="http://schemas.microsoft.com/office/drawing/2014/main" id="{C242A940-03E3-9A04-81EE-EF3AFA42AFCA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4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101A9797-BAAA-245F-F268-6D9223C8AA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740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10" name="Platshållare för text 2">
            <a:extLst>
              <a:ext uri="{FF2B5EF4-FFF2-40B4-BE49-F238E27FC236}">
                <a16:creationId xmlns:a16="http://schemas.microsoft.com/office/drawing/2014/main" id="{9C330704-6C21-DFE5-CDAC-405CA16263D1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246282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EF3D4C47-ACF8-F8D4-F575-CEAE0C22CB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5708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25" name="Platshållare för text 2">
            <a:extLst>
              <a:ext uri="{FF2B5EF4-FFF2-40B4-BE49-F238E27FC236}">
                <a16:creationId xmlns:a16="http://schemas.microsoft.com/office/drawing/2014/main" id="{225E9783-5B3C-0F63-89C2-D76EF82A0203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154197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3" name="Text Placeholder 18">
            <a:extLst>
              <a:ext uri="{FF2B5EF4-FFF2-40B4-BE49-F238E27FC236}">
                <a16:creationId xmlns:a16="http://schemas.microsoft.com/office/drawing/2014/main" id="{E0B9E576-FF5D-FB3D-9ED2-D45106C3273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3623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34" name="Platshållare för text 2">
            <a:extLst>
              <a:ext uri="{FF2B5EF4-FFF2-40B4-BE49-F238E27FC236}">
                <a16:creationId xmlns:a16="http://schemas.microsoft.com/office/drawing/2014/main" id="{70B84892-FB80-05C2-69A3-37D18910AC3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063139" y="1700213"/>
            <a:ext cx="2776314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headline here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43DEA4ED-CB32-D49F-7FA7-4BF37290E5A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52565" y="1514740"/>
            <a:ext cx="2786926" cy="4571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>
            <a:noAutofit/>
          </a:bodyPr>
          <a:lstStyle>
            <a:lvl1pPr marL="162000" indent="0">
              <a:buNone/>
              <a:defRPr sz="2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41BFC-58FC-20C5-545B-0B1382488ED3}"/>
              </a:ext>
            </a:extLst>
          </p:cNvPr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6B01424-6894-AD4A-B6C1-32169BD26DBF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0ADF1B-1914-9FB2-E7A4-2C8AC1A56105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012CDDDC-27D7-4E58-6995-9023CE016046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341312" y="2357439"/>
            <a:ext cx="2782888" cy="25622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0D54FD9-B5FF-EBD8-F8D8-68C7A0BEFA2F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3250779" y="2357438"/>
            <a:ext cx="277631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250046AF-CC9B-9533-3E3D-2DA7F88900A3}"/>
              </a:ext>
            </a:extLst>
          </p:cNvPr>
          <p:cNvSpPr>
            <a:spLocks noGrp="1"/>
          </p:cNvSpPr>
          <p:nvPr>
            <p:ph sz="quarter" idx="50"/>
          </p:nvPr>
        </p:nvSpPr>
        <p:spPr>
          <a:xfrm>
            <a:off x="6153672" y="2357439"/>
            <a:ext cx="2782888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AA7C56FA-5718-1BC0-4F1F-DFD3D5C5804D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9063139" y="2357438"/>
            <a:ext cx="2776314" cy="2562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0923E20-8E48-40C9-809E-2FE26F60F1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777758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ulletpoint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1785CA3-D21A-FB22-94B8-1C3AD1F4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13" y="341313"/>
            <a:ext cx="4730369" cy="546099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6C9E59B-8806-1210-BE2E-351FA641D2D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57913" y="341313"/>
            <a:ext cx="5691187" cy="5921376"/>
          </a:xfrm>
          <a:noFill/>
        </p:spPr>
        <p:txBody>
          <a:bodyPr lIns="0" tIns="216000" anchor="t" anchorCtr="1"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F948A-3BE4-3770-33CE-13A45CB37B2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C14D70D-7473-21C0-7428-7120485A313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CF1E9B1-7F90-AD81-AB86-F178A265223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80071B-F04B-CF90-22DF-F08B9AC8C6A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474C5F-7EBD-6FDE-69FB-683D65332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4714592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8">
            <a:extLst>
              <a:ext uri="{FF2B5EF4-FFF2-40B4-BE49-F238E27FC236}">
                <a16:creationId xmlns:a16="http://schemas.microsoft.com/office/drawing/2014/main" id="{94CE2775-2F2B-EA92-EFC7-E909FDA5CFB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41597" y="3028950"/>
            <a:ext cx="4714592" cy="3233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F99EE-FB9E-8152-E79E-56134D292F1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129790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19575" y="1700214"/>
            <a:ext cx="3740159" cy="2547938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30678" y="4373562"/>
            <a:ext cx="3740159" cy="351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Add headline here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108940" y="1700213"/>
            <a:ext cx="3740159" cy="2547938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7838" y="4373562"/>
            <a:ext cx="3759200" cy="35104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ADB20-6010-DB19-CD8D-86374CCB4B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7" y="1700213"/>
            <a:ext cx="2776254" cy="2546349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C187D-0330-78E5-F13B-061222917732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0118D-6F6F-D708-FAE9-1DB421B0BCC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8740B0-79E6-BE7C-C269-AC78B8D8D4A8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9411F-B413-545E-93E6-32EB2C99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9729E60C-253E-C42C-54D2-3086C4953450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4230678" y="4808660"/>
            <a:ext cx="3739072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AEA5ACEE-A1C6-94C2-F121-084820955632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8097838" y="4808660"/>
            <a:ext cx="3759835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1E6D47D-D0BE-4925-B2CA-06B7489B911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9271703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0500" y="1700213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1312" y="4373563"/>
            <a:ext cx="3750449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219575" y="1700213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4219572" y="4373563"/>
            <a:ext cx="3751265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97838" y="1700212"/>
            <a:ext cx="3751262" cy="2547939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ysClr val="windowText" lastClr="000000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97177" y="4371208"/>
            <a:ext cx="3751200" cy="35104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213804-4FFA-059A-B518-5B107F68E31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F706F5-E4A2-E1C8-03EC-91EFDF65B94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D9B2B-9C69-F8F2-35D4-1A9A2B720A2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6A3E2B-7876-E79D-FB5D-ED7F654F0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0B677E0A-489D-70F9-C949-31AD6FB46B03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6094" y="4808660"/>
            <a:ext cx="3751200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770DAAC1-2C37-0F7B-2658-1A92AAEF6CF5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4218487" y="4808660"/>
            <a:ext cx="3752351" cy="145402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76E7B4FC-C52D-1928-A525-88989CE8B60B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8102781" y="4808662"/>
            <a:ext cx="3751200" cy="1454027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8F33998-E0DC-1991-23DF-3DF99D71D2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1470753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1313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8503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491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249613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57913" y="1700212"/>
            <a:ext cx="2779200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65102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6A019A1-DF8D-1E19-E693-F568AD8DF93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3924" y="1700213"/>
            <a:ext cx="2779200" cy="1874836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 </a:t>
            </a:r>
            <a:endParaRPr lang="en-US" noProof="0" dirty="0"/>
          </a:p>
        </p:txBody>
      </p:sp>
      <p:sp>
        <p:nvSpPr>
          <p:cNvPr id="32" name="Platshållare för text 2">
            <a:extLst>
              <a:ext uri="{FF2B5EF4-FFF2-40B4-BE49-F238E27FC236}">
                <a16:creationId xmlns:a16="http://schemas.microsoft.com/office/drawing/2014/main" id="{2C7A880A-B80B-7CF1-B377-AA839491E5F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63924" y="3701178"/>
            <a:ext cx="2775698" cy="3309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ts val="2000"/>
              </a:lnSpc>
              <a:spcBef>
                <a:spcPts val="160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D738-AD26-2F41-ABE6-91DAD2E6B30F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EC91B-D67B-627D-A529-34842EC79632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F5E55-2468-B50E-967F-B51183155D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BE848F-2539-5D61-8BB2-9C5D5731D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73B36F29-8E47-08AC-BD6E-E2CF94D414DD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8502" y="4131467"/>
            <a:ext cx="2779199" cy="2131200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8">
            <a:extLst>
              <a:ext uri="{FF2B5EF4-FFF2-40B4-BE49-F238E27FC236}">
                <a16:creationId xmlns:a16="http://schemas.microsoft.com/office/drawing/2014/main" id="{2276B76B-4AF4-876E-87BD-BF185460302F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252401" y="4131469"/>
            <a:ext cx="277900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53AF973-1F65-DE36-3BAE-B3F71A33FB59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160588" y="4131468"/>
            <a:ext cx="277919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C8E9DEE1-DFFF-622D-DBA7-FB96EC0FDC91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063924" y="4131468"/>
            <a:ext cx="2779199" cy="2131219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6B4D68-F264-31D1-4EA7-E9C043973BB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234637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3581DC-C0EA-2ACB-766D-A505DB5ECB65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CA31C-E68A-F476-FC7A-88518D8009E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872C4-1286-6384-904A-2498A47C3935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9A0BC7B-DEBF-1D1F-3D95-6B7B73BB1A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500"/>
              </a:lnSpc>
              <a:buNone/>
              <a:defRPr sz="20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68B0E3-758A-9169-2E33-6EEFCD178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034F4766-F950-A6BD-1373-CDAA229AFC65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47946" y="3028950"/>
            <a:ext cx="3738282" cy="323373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A570BB3C-A937-3418-8D01-C80BF061A8E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224740" y="3028950"/>
            <a:ext cx="3751264" cy="323373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1C85B-1D95-6E21-F8C6-27FC3EBAAEC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4929672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1 graph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AF8020B-23D8-1C1C-6CB8-FE99BC4E6770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4562475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 dirty="0" smtClean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C41268C-AFB0-81F9-0408-7062929159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F21E2-F1E4-A1FB-EBE0-5ABC430B09E5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D7F3DD-7755-0EA7-F383-D02C29577AE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79479-A716-B2DA-60C5-8B6B2347F650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13A3A8-E3AB-7EBE-A691-43BB5A3B1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7F650A2-C8D8-80CD-198F-EF3C218E1C4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3BCAF9B-6A44-681B-AD1E-29BA52CDA9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8361586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2 graphs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72E20ED2-BC3C-8821-B766-C92184461D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2105024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628C9299-3397-5D92-130E-13304FF489D5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157913" y="4156687"/>
            <a:ext cx="5686141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0335EF3-CB2A-A2FC-5489-532D5060F8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7FA5D98-4197-4768-8B77-8101CEFD6D5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913" y="3876371"/>
            <a:ext cx="5686141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928F3-64CC-21AA-6C7A-E1CC1DBA2899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BEE4D-8C38-D5F2-0987-A19507C9BBD6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45A22-8156-E949-FEFF-E4C0C9558BF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0C1EA49-33A6-5CF8-6DD1-74DDAF7A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BA05C6C3-3A29-36DC-D7A3-FACCAAE33A20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04ED0E-7FBD-65D8-DB14-C773EC9B2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931288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3 graphs and tex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9">
            <a:extLst>
              <a:ext uri="{FF2B5EF4-FFF2-40B4-BE49-F238E27FC236}">
                <a16:creationId xmlns:a16="http://schemas.microsoft.com/office/drawing/2014/main" id="{D77A79D6-D58B-DFA3-9238-37358EFB993A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157913" y="1700213"/>
            <a:ext cx="5686141" cy="2105024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35F76CF5-AA81-CEA2-5FD9-CB4B334E70D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157913" y="4156687"/>
            <a:ext cx="2782887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51B5AEF0-E185-72D6-5721-CD2526AD7535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9065286" y="4156688"/>
            <a:ext cx="2782887" cy="210600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97327-4C26-9C77-39BA-AC0C1220441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37B55-0DFA-90C5-FC38-42627FCB3944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9F8D2-0BBC-2E49-5279-352239EF12F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0D236D6-BB33-608D-BC61-A3BEAB2B566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57913" y="1424309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4DCBA9C-0CE6-062B-0BF8-3C38ED03D80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57913" y="3876372"/>
            <a:ext cx="27828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0193E2C-5D7A-9012-FAD9-3032676A125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65285" y="3876372"/>
            <a:ext cx="27828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056403-018A-C062-48D1-F8C3F63BF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E86FC022-9F0C-59B0-89CA-3A2B47E06629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47945" y="1700213"/>
            <a:ext cx="3738282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732CE23-F7AA-C55A-0DB7-B5ABBEA651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7975298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: 2 columns and 1 grap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0A83AE7A-8296-B0E2-46F6-12CAFE210924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4318792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4E76805-64A2-F41A-E084-FAA59180B7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B06EE-212D-C740-75CC-8D46D550D5A5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2F51F-9078-D62E-7386-26534FBE201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355D0-2B92-D7CD-3AE3-7E115E53F46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E7D5BE60-0583-5A28-1F68-F55F1A13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8A1A8894-3F4E-4B32-C443-736C4F064FA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B441598-FD9C-39A9-DA07-6A3EA62E5D2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3BC2ECA-9AE8-E84F-C126-DB6C1D20FF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1015272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2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3CF76097-BADB-6D69-B74E-41042A68A45F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64312969-2931-182A-D90D-9A76F4FEF365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2" y="4251428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0F4E7134-3985-0483-F20A-E10A3576C7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6739B7E6-194B-BF1B-7281-51BF7E606D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1" y="3979946"/>
            <a:ext cx="4717965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53A3A-A622-C9DF-9A0D-820A5BA7C5DC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CE819-29EF-8157-6C61-D4695A76F553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51047A-77D4-7F80-4341-69747C27EA0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BA8487-3F70-E469-AD32-CC94AB62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C723999-2F05-6F47-606C-32CFDF5A3EBF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C8762E7-8498-796D-59B8-4855771324F0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E504EAF-45A6-24A3-30FF-8B015B9FB1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5228084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and 3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047DC823-7E93-B19A-9732-BC3AC2D13903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0" name="Content Placeholder 9">
            <a:extLst>
              <a:ext uri="{FF2B5EF4-FFF2-40B4-BE49-F238E27FC236}">
                <a16:creationId xmlns:a16="http://schemas.microsoft.com/office/drawing/2014/main" id="{1156D487-5C91-8052-74AA-F88BBD8B6769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3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32" name="Content Placeholder 9">
            <a:extLst>
              <a:ext uri="{FF2B5EF4-FFF2-40B4-BE49-F238E27FC236}">
                <a16:creationId xmlns:a16="http://schemas.microsoft.com/office/drawing/2014/main" id="{CF716FE9-7B21-C5F8-C3DE-3A7A65C2888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2762662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6A8208D8-DF12-D866-8FC1-E53DED1E19B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6C7BD97-A528-8B8A-1309-CCB89AD6CE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2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9B45070-B224-5581-63E4-BCD67E49657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64250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32126-B030-BE9A-8ECA-28E877CB40D2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1FEDBB-E45B-7B2A-89ED-C55AF0DCBAFB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F2333-B762-F789-68B5-32F0BDCC2971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0C0EE6-1D90-D407-5C84-5E3900143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52377B92-5C3D-C4D7-F43E-B80310AA19B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315FC2-6AD7-73DF-8AD8-F9BED0E38AA6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066214" y="1700213"/>
            <a:ext cx="2779428" cy="456247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0787615-F3DB-6C57-6D41-EBD463A49C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5482676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1 grap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E22E0ECF-6AAE-8847-36F2-29376F66E8A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4318792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Font typeface="Arial" panose="020B0604020202020204" pitchFamily="34" charset="0"/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EF32F71-7A71-75EA-81C5-2E7437F390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852D8-FD83-4AAE-1417-9E8EB753CF7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F1BEE-24F9-D3C1-644B-A0AA47DD55B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EC9E1-98D2-CFC6-2823-1478603BB96C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82E622F-303E-0042-1075-DCDCD2D5A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A68FF1B-F632-0CB0-C222-FF6EFEF93F97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3BF8AAA-A082-6DD0-4D7E-91BCF93114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37560057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 graphs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A325FF36-2B6B-D09C-A11B-D77701E7AE0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5585EA46-9E2B-F550-1654-B891A1583F53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2" y="4251428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CE7D199-4DCF-5D48-1D89-52736A00EB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59C1DA55-7D95-2751-0940-46DF9F55B09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1" y="3979946"/>
            <a:ext cx="4717965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D82C87-FE1B-ED1F-32D6-1228716E49B3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1FC03-51DE-C930-9A31-640B7465ABB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0CE14C-4C57-7FE1-1AD3-8D6DE1B65B0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B9ABE-5F66-875D-7432-348784D9E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D7B5E748-79F9-12D1-6A69-975D59011900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A90A646-9D4E-DDCD-3554-6190ECF551D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3694073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 grapsh (small)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Placeholder 9">
            <a:extLst>
              <a:ext uri="{FF2B5EF4-FFF2-40B4-BE49-F238E27FC236}">
                <a16:creationId xmlns:a16="http://schemas.microsoft.com/office/drawing/2014/main" id="{4FFCA555-85D6-E5B6-744F-159C343C73C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41313" y="1943896"/>
            <a:ext cx="4721225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A4032E8B-C799-024D-433D-D4C7F4105400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41313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8" name="Content Placeholder 9">
            <a:extLst>
              <a:ext uri="{FF2B5EF4-FFF2-40B4-BE49-F238E27FC236}">
                <a16:creationId xmlns:a16="http://schemas.microsoft.com/office/drawing/2014/main" id="{73C68732-09F9-DCBA-D512-DADE23140AAC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2762662" y="4251428"/>
            <a:ext cx="2299876" cy="2011260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sv-SE" sz="1200" dirty="0">
                <a:solidFill>
                  <a:sysClr val="windowText" lastClr="000000"/>
                </a:solidFill>
              </a:defRPr>
            </a:lvl1pPr>
          </a:lstStyle>
          <a:p>
            <a:pPr marL="217488" lvl="0" indent="-217488"/>
            <a:r>
              <a:rPr lang="en-US"/>
              <a:t>Click the icon to insert an object</a:t>
            </a:r>
            <a:endParaRPr lang="en-US" dirty="0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42EF5725-8F83-EE38-D844-C728EF2FDD1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2901" y="1668354"/>
            <a:ext cx="3752850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4F798851-3BC6-C65C-F095-06C05746D87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2902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C61CB719-974F-3231-060E-BC73B2D91A6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764250" y="3979946"/>
            <a:ext cx="2298288" cy="20477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ts val="1400"/>
              </a:lnSpc>
              <a:spcBef>
                <a:spcPts val="900"/>
              </a:spcBef>
              <a:buNone/>
              <a:defRPr lang="en-US" sz="1000" dirty="0">
                <a:latin typeface="+mj-lt"/>
              </a:defRPr>
            </a:lvl1pPr>
          </a:lstStyle>
          <a:p>
            <a:pPr marL="217488" lvl="0" indent="-217488">
              <a:lnSpc>
                <a:spcPct val="140000"/>
              </a:lnSpc>
            </a:pPr>
            <a:r>
              <a:rPr lang="en-US"/>
              <a:t>Click to add title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6FDE6-3B8B-5F15-EC6C-BDF9D1A93900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1B3371-8DD9-FD25-071E-F49ED762361E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C522A6-4629-023A-293A-A61DFE026227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78F6C64-2579-2607-CE42-2B0D18AF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A2919520-B5E6-9715-66C1-325F4154E86D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160226" y="1700213"/>
            <a:ext cx="5688874" cy="4559468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24B4EA4-4EB9-2305-542C-53F8FD1D1E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26718812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rofile x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41785CA3-D21A-FB22-94B8-1C3AD1F4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7" y="3574839"/>
            <a:ext cx="4730750" cy="384721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36C9E59B-8806-1210-BE2E-351FA641D2D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57913" y="341313"/>
            <a:ext cx="5691187" cy="5921376"/>
          </a:xfrm>
          <a:noFill/>
        </p:spPr>
        <p:txBody>
          <a:bodyPr lIns="0" tIns="216000" anchor="t" anchorCtr="1">
            <a:normAutofit/>
          </a:bodyPr>
          <a:lstStyle>
            <a:lvl1pPr marL="0" indent="0">
              <a:buNone/>
              <a:defRPr sz="1200">
                <a:solidFill>
                  <a:sysClr val="windowText" lastClr="000000"/>
                </a:solidFill>
              </a:defRPr>
            </a:lvl1pPr>
          </a:lstStyle>
          <a:p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CF948A-3BE4-3770-33CE-13A45CB37B2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>
                <a:solidFill>
                  <a:srgbClr val="505055"/>
                </a:solidFill>
              </a:rPr>
              <a:t>© Bangkok Bank</a:t>
            </a:r>
            <a:endParaRPr lang="en-US" dirty="0">
              <a:solidFill>
                <a:srgbClr val="505055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C14D70D-7473-21C0-7428-7120485A313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CF1E9B1-7F90-AD81-AB86-F178A265223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D80071B-F04B-CF90-22DF-F08B9AC8C6A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2474C5F-7EBD-6FDE-69FB-683D653325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1788" y="3957425"/>
            <a:ext cx="4730750" cy="384721"/>
          </a:xfrm>
        </p:spPr>
        <p:txBody>
          <a:bodyPr>
            <a:noAutofit/>
          </a:bodyPr>
          <a:lstStyle>
            <a:lvl1pPr marL="0" indent="0">
              <a:lnSpc>
                <a:spcPts val="3000"/>
              </a:lnSpc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7FC8258-3051-D3CC-01A9-BF35DB9C28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31789" y="4670425"/>
            <a:ext cx="3760786" cy="1592263"/>
          </a:xfrm>
        </p:spPr>
        <p:txBody>
          <a:bodyPr anchor="b"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098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581A799-E249-6549-3715-550E6ED0B7A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41313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9" name="Platshållare för text 2">
            <a:extLst>
              <a:ext uri="{FF2B5EF4-FFF2-40B4-BE49-F238E27FC236}">
                <a16:creationId xmlns:a16="http://schemas.microsoft.com/office/drawing/2014/main" id="{C34D1405-1806-0F3B-E523-C18D27D5780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8503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C6D7684-9779-DA4A-4FB0-FE330484253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3253491" y="1700213"/>
            <a:ext cx="2779009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28" name="Platshållare för text 2">
            <a:extLst>
              <a:ext uri="{FF2B5EF4-FFF2-40B4-BE49-F238E27FC236}">
                <a16:creationId xmlns:a16="http://schemas.microsoft.com/office/drawing/2014/main" id="{D9E2977C-EF68-461C-3C57-A0A07416AF0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249613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9434C90-3BA7-D9AF-E365-45FD0D5F97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157913" y="1700212"/>
            <a:ext cx="2779200" cy="1874837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</a:t>
            </a:r>
            <a:endParaRPr lang="en-US" noProof="0" dirty="0"/>
          </a:p>
        </p:txBody>
      </p:sp>
      <p:sp>
        <p:nvSpPr>
          <p:cNvPr id="30" name="Platshållare för text 2">
            <a:extLst>
              <a:ext uri="{FF2B5EF4-FFF2-40B4-BE49-F238E27FC236}">
                <a16:creationId xmlns:a16="http://schemas.microsoft.com/office/drawing/2014/main" id="{A3B6B719-C083-134A-1CA7-E5E0AF98823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165102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36A019A1-DF8D-1E19-E693-F568AD8DF93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063924" y="1700213"/>
            <a:ext cx="2779200" cy="1874836"/>
          </a:xfrm>
          <a:noFill/>
        </p:spPr>
        <p:txBody>
          <a:bodyPr vert="horz" lIns="0" tIns="216000" rIns="0" bIns="0" rtlCol="0" anchor="t" anchorCtr="1">
            <a:normAutofit/>
          </a:bodyPr>
          <a:lstStyle>
            <a:lvl1pPr marL="0" indent="0">
              <a:buNone/>
              <a:defRPr lang="en-US" sz="1200">
                <a:solidFill>
                  <a:schemeClr val="tx1"/>
                </a:solidFill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95000"/>
              </a:lnSpc>
              <a:spcBef>
                <a:spcPts val="800"/>
              </a:spcBef>
              <a:spcAft>
                <a:spcPts val="500"/>
              </a:spcAft>
              <a:buClrTx/>
              <a:buSzTx/>
              <a:tabLst/>
              <a:defRPr/>
            </a:pPr>
            <a:r>
              <a:rPr lang="en-US" noProof="0"/>
              <a:t>Click the icon to insert an image </a:t>
            </a:r>
            <a:endParaRPr lang="en-US" noProof="0" dirty="0"/>
          </a:p>
        </p:txBody>
      </p:sp>
      <p:sp>
        <p:nvSpPr>
          <p:cNvPr id="32" name="Platshållare för text 2">
            <a:extLst>
              <a:ext uri="{FF2B5EF4-FFF2-40B4-BE49-F238E27FC236}">
                <a16:creationId xmlns:a16="http://schemas.microsoft.com/office/drawing/2014/main" id="{2C7A880A-B80B-7CF1-B377-AA839491E5F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9063924" y="3701178"/>
            <a:ext cx="2775698" cy="2564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 b="0" spc="0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Add headline here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FDD738-AD26-2F41-ABE6-91DAD2E6B30F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EC91B-D67B-627D-A529-34842EC79632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F5E55-2468-B50E-967F-B51183155D0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3AE97-9FB7-7289-A965-47EB24CA9D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8503" y="3943136"/>
            <a:ext cx="2778872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5F070BA-9F6D-D5B2-8B0C-13C1051BCAF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49613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6891F0B-D53E-FC06-046B-94DC2A4038B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65102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C7781E3-EF7A-C203-5CBD-E7091B84E95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063924" y="3943136"/>
            <a:ext cx="2775698" cy="256480"/>
          </a:xfrm>
        </p:spPr>
        <p:txBody>
          <a:bodyPr wrap="square">
            <a:sp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851B6C-6948-FB97-D149-8B13BDB20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1AE5997F-2630-71A8-C84F-CCBF6D3554B8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349251" y="4373564"/>
            <a:ext cx="2778125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48A3DCA9-6F53-5B77-74E8-8C5901C6B220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3252401" y="4373563"/>
            <a:ext cx="277900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2B56F7BC-F53B-8FB5-1CFA-85DA2D850C17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160588" y="4373563"/>
            <a:ext cx="277919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B6CFFD1F-D8F0-2A6B-198C-409277AE6D40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063924" y="4373563"/>
            <a:ext cx="2779199" cy="1889125"/>
          </a:xfrm>
        </p:spPr>
        <p:txBody>
          <a:bodyPr/>
          <a:lstStyle>
            <a:lvl1pPr>
              <a:lnSpc>
                <a:spcPts val="1700"/>
              </a:lnSpc>
              <a:spcBef>
                <a:spcPts val="900"/>
              </a:spcBef>
              <a:defRPr sz="1200"/>
            </a:lvl1pPr>
            <a:lvl2pPr>
              <a:lnSpc>
                <a:spcPts val="1400"/>
              </a:lnSpc>
              <a:spcBef>
                <a:spcPts val="900"/>
              </a:spcBef>
              <a:defRPr sz="1000"/>
            </a:lvl2pPr>
            <a:lvl3pPr>
              <a:lnSpc>
                <a:spcPts val="1400"/>
              </a:lnSpc>
              <a:spcBef>
                <a:spcPts val="900"/>
              </a:spcBef>
              <a:defRPr sz="1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F6F2D74-4BC4-F370-9030-A55E7CA8709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4611749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ered video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D099E-681E-91EE-39F4-F3A09508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C36B-6E4A-61AC-89EF-22727F79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E7EA-9631-1A51-7A86-A115C1B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9D8AD4EF-DCFE-8FEC-282E-95A4D81C3D25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2280444" y="1016000"/>
            <a:ext cx="7631113" cy="4209035"/>
          </a:xfrm>
          <a:custGeom>
            <a:avLst/>
            <a:gdLst>
              <a:gd name="connsiteX0" fmla="*/ 0 w 7631113"/>
              <a:gd name="connsiteY0" fmla="*/ 0 h 4209035"/>
              <a:gd name="connsiteX1" fmla="*/ 7631113 w 7631113"/>
              <a:gd name="connsiteY1" fmla="*/ 0 h 4209035"/>
              <a:gd name="connsiteX2" fmla="*/ 7631113 w 7631113"/>
              <a:gd name="connsiteY2" fmla="*/ 4209035 h 4209035"/>
              <a:gd name="connsiteX3" fmla="*/ 0 w 7631113"/>
              <a:gd name="connsiteY3" fmla="*/ 4209035 h 4209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31113" h="4209035">
                <a:moveTo>
                  <a:pt x="0" y="0"/>
                </a:moveTo>
                <a:lnTo>
                  <a:pt x="7631113" y="0"/>
                </a:lnTo>
                <a:lnTo>
                  <a:pt x="7631113" y="4209035"/>
                </a:lnTo>
                <a:lnTo>
                  <a:pt x="0" y="4209035"/>
                </a:lnTo>
                <a:close/>
              </a:path>
            </a:pathLst>
          </a:custGeom>
        </p:spPr>
        <p:txBody>
          <a:bodyPr wrap="square" tIns="216000">
            <a:noAutofit/>
          </a:bodyPr>
          <a:lstStyle>
            <a:lvl1pPr marL="0" indent="0" algn="ctr">
              <a:buNone/>
              <a:defRPr sz="1200" spc="0"/>
            </a:lvl1pPr>
          </a:lstStyle>
          <a:p>
            <a:r>
              <a:rPr lang="en-US"/>
              <a:t>Click icon to insert video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6396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1066FB-C718-FF06-5282-6913BBA2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5F2CB-C204-7967-EABE-6F4F8D165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53412-1CC6-FE90-1B22-86A23E03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6B3C8A5-C92B-FF43-94B9-527C04B6683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1012825"/>
            <a:ext cx="3744629" cy="1263650"/>
          </a:xfrm>
        </p:spPr>
        <p:txBody>
          <a:bodyPr>
            <a:noAutofit/>
          </a:bodyPr>
          <a:lstStyle>
            <a:lvl1pPr marL="0" indent="0">
              <a:lnSpc>
                <a:spcPts val="2200"/>
              </a:lnSpc>
              <a:buNone/>
              <a:defRPr sz="1600">
                <a:solidFill>
                  <a:schemeClr val="tx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D01DE23-F810-3254-F54A-33BF5ABBD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8BDA976-C2B9-259B-FAD7-9A74DB5DFD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6661764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D099E-681E-91EE-39F4-F3A09508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8CC36B-6E4A-61AC-89EF-22727F791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3E7EA-9631-1A51-7A86-A115C1B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036841D6-8544-ADE0-736C-D1D8C1212E8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0650" y="6436026"/>
            <a:ext cx="5676900" cy="175699"/>
          </a:xfrm>
        </p:spPr>
        <p:txBody>
          <a:bodyPr wrap="square" bIns="21600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rgbClr val="505055"/>
                </a:solidFill>
              </a:defRPr>
            </a:lvl1pPr>
          </a:lstStyle>
          <a:p>
            <a:pPr lvl="0"/>
            <a:r>
              <a:rPr lang="en-US" dirty="0"/>
              <a:t>Footnote</a:t>
            </a:r>
          </a:p>
        </p:txBody>
      </p:sp>
    </p:spTree>
    <p:extLst>
      <p:ext uri="{BB962C8B-B14F-4D97-AF65-F5344CB8AC3E}">
        <p14:creationId xmlns:p14="http://schemas.microsoft.com/office/powerpoint/2010/main" val="19428609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utro">
    <p:bg>
      <p:bgPr>
        <a:solidFill>
          <a:srgbClr val="0028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950E-8F12-C4CD-E6B4-1837E4EF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67" y="1700213"/>
            <a:ext cx="5687233" cy="1874837"/>
          </a:xfrm>
        </p:spPr>
        <p:txBody>
          <a:bodyPr>
            <a:noAutofit/>
          </a:bodyPr>
          <a:lstStyle>
            <a:lvl1pPr>
              <a:lnSpc>
                <a:spcPts val="6000"/>
              </a:lnSpc>
              <a:defRPr sz="4800" spc="-4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7" name="Graphic 27">
            <a:extLst>
              <a:ext uri="{FF2B5EF4-FFF2-40B4-BE49-F238E27FC236}">
                <a16:creationId xmlns:a16="http://schemas.microsoft.com/office/drawing/2014/main" id="{B09873C8-579A-B15F-ACC3-3EFAA53C47D7}"/>
              </a:ext>
            </a:extLst>
          </p:cNvPr>
          <p:cNvGrpSpPr/>
          <p:nvPr/>
        </p:nvGrpSpPr>
        <p:grpSpPr>
          <a:xfrm>
            <a:off x="347176" y="340519"/>
            <a:ext cx="2059201" cy="511643"/>
            <a:chOff x="345229" y="342966"/>
            <a:chExt cx="2183552" cy="543683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9F2A93E-116C-45AC-C62B-0130AB422FC5}"/>
                </a:ext>
              </a:extLst>
            </p:cNvPr>
            <p:cNvSpPr/>
            <p:nvPr/>
          </p:nvSpPr>
          <p:spPr>
            <a:xfrm>
              <a:off x="857264" y="531417"/>
              <a:ext cx="142031" cy="187586"/>
            </a:xfrm>
            <a:custGeom>
              <a:avLst/>
              <a:gdLst>
                <a:gd name="connsiteX0" fmla="*/ 0 w 142031"/>
                <a:gd name="connsiteY0" fmla="*/ 5 h 187586"/>
                <a:gd name="connsiteX1" fmla="*/ 75572 w 142031"/>
                <a:gd name="connsiteY1" fmla="*/ 5 h 187586"/>
                <a:gd name="connsiteX2" fmla="*/ 132115 w 142031"/>
                <a:gd name="connsiteY2" fmla="*/ 47436 h 187586"/>
                <a:gd name="connsiteX3" fmla="*/ 105317 w 142031"/>
                <a:gd name="connsiteY3" fmla="*/ 87631 h 187586"/>
                <a:gd name="connsiteX4" fmla="*/ 142032 w 142031"/>
                <a:gd name="connsiteY4" fmla="*/ 133990 h 187586"/>
                <a:gd name="connsiteX5" fmla="*/ 81199 w 142031"/>
                <a:gd name="connsiteY5" fmla="*/ 187587 h 187586"/>
                <a:gd name="connsiteX6" fmla="*/ 0 w 142031"/>
                <a:gd name="connsiteY6" fmla="*/ 187587 h 187586"/>
                <a:gd name="connsiteX7" fmla="*/ 0 w 142031"/>
                <a:gd name="connsiteY7" fmla="*/ 0 h 187586"/>
                <a:gd name="connsiteX8" fmla="*/ 0 w 142031"/>
                <a:gd name="connsiteY8" fmla="*/ 5 h 187586"/>
                <a:gd name="connsiteX9" fmla="*/ 69679 w 142031"/>
                <a:gd name="connsiteY9" fmla="*/ 77719 h 187586"/>
                <a:gd name="connsiteX10" fmla="*/ 97547 w 142031"/>
                <a:gd name="connsiteY10" fmla="*/ 51992 h 187586"/>
                <a:gd name="connsiteX11" fmla="*/ 69412 w 142031"/>
                <a:gd name="connsiteY11" fmla="*/ 27070 h 187586"/>
                <a:gd name="connsiteX12" fmla="*/ 35111 w 142031"/>
                <a:gd name="connsiteY12" fmla="*/ 27070 h 187586"/>
                <a:gd name="connsiteX13" fmla="*/ 35111 w 142031"/>
                <a:gd name="connsiteY13" fmla="*/ 77719 h 187586"/>
                <a:gd name="connsiteX14" fmla="*/ 69679 w 142031"/>
                <a:gd name="connsiteY14" fmla="*/ 77719 h 187586"/>
                <a:gd name="connsiteX15" fmla="*/ 75572 w 142031"/>
                <a:gd name="connsiteY15" fmla="*/ 160527 h 187586"/>
                <a:gd name="connsiteX16" fmla="*/ 106660 w 142031"/>
                <a:gd name="connsiteY16" fmla="*/ 132120 h 187586"/>
                <a:gd name="connsiteX17" fmla="*/ 74235 w 142031"/>
                <a:gd name="connsiteY17" fmla="*/ 103446 h 187586"/>
                <a:gd name="connsiteX18" fmla="*/ 35106 w 142031"/>
                <a:gd name="connsiteY18" fmla="*/ 103446 h 187586"/>
                <a:gd name="connsiteX19" fmla="*/ 35106 w 142031"/>
                <a:gd name="connsiteY19" fmla="*/ 160527 h 187586"/>
                <a:gd name="connsiteX20" fmla="*/ 75572 w 142031"/>
                <a:gd name="connsiteY20" fmla="*/ 160527 h 18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031" h="187586">
                  <a:moveTo>
                    <a:pt x="0" y="5"/>
                  </a:moveTo>
                  <a:lnTo>
                    <a:pt x="75572" y="5"/>
                  </a:lnTo>
                  <a:cubicBezTo>
                    <a:pt x="109873" y="5"/>
                    <a:pt x="132115" y="20106"/>
                    <a:pt x="132115" y="47436"/>
                  </a:cubicBezTo>
                  <a:cubicBezTo>
                    <a:pt x="132115" y="66731"/>
                    <a:pt x="121665" y="80666"/>
                    <a:pt x="105317" y="87631"/>
                  </a:cubicBezTo>
                  <a:cubicBezTo>
                    <a:pt x="126754" y="93796"/>
                    <a:pt x="142032" y="111215"/>
                    <a:pt x="142032" y="133990"/>
                  </a:cubicBezTo>
                  <a:cubicBezTo>
                    <a:pt x="142032" y="165345"/>
                    <a:pt x="119790" y="187587"/>
                    <a:pt x="81199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5" y="77719"/>
                    <a:pt x="97547" y="69146"/>
                    <a:pt x="97547" y="51992"/>
                  </a:cubicBezTo>
                  <a:cubicBezTo>
                    <a:pt x="97547" y="34839"/>
                    <a:pt x="84951" y="27070"/>
                    <a:pt x="69412" y="27070"/>
                  </a:cubicBezTo>
                  <a:lnTo>
                    <a:pt x="35111" y="27070"/>
                  </a:lnTo>
                  <a:lnTo>
                    <a:pt x="35111" y="77719"/>
                  </a:lnTo>
                  <a:lnTo>
                    <a:pt x="69679" y="77719"/>
                  </a:lnTo>
                  <a:close/>
                  <a:moveTo>
                    <a:pt x="75572" y="160527"/>
                  </a:moveTo>
                  <a:cubicBezTo>
                    <a:pt x="92453" y="160527"/>
                    <a:pt x="106660" y="151954"/>
                    <a:pt x="106660" y="132120"/>
                  </a:cubicBezTo>
                  <a:cubicBezTo>
                    <a:pt x="106660" y="112287"/>
                    <a:pt x="92459" y="103446"/>
                    <a:pt x="74235" y="103446"/>
                  </a:cubicBezTo>
                  <a:lnTo>
                    <a:pt x="35106" y="103446"/>
                  </a:lnTo>
                  <a:lnTo>
                    <a:pt x="35106" y="160527"/>
                  </a:lnTo>
                  <a:lnTo>
                    <a:pt x="75572" y="160527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93564C9-ABB5-90E7-6BE0-F5D7E3C15B20}"/>
                </a:ext>
              </a:extLst>
            </p:cNvPr>
            <p:cNvSpPr/>
            <p:nvPr/>
          </p:nvSpPr>
          <p:spPr>
            <a:xfrm>
              <a:off x="1009873" y="579660"/>
              <a:ext cx="135868" cy="143102"/>
            </a:xfrm>
            <a:custGeom>
              <a:avLst/>
              <a:gdLst>
                <a:gd name="connsiteX0" fmla="*/ 0 w 135868"/>
                <a:gd name="connsiteY0" fmla="*/ 71554 h 143102"/>
                <a:gd name="connsiteX1" fmla="*/ 60028 w 135868"/>
                <a:gd name="connsiteY1" fmla="*/ 0 h 143102"/>
                <a:gd name="connsiteX2" fmla="*/ 102905 w 135868"/>
                <a:gd name="connsiteY2" fmla="*/ 24117 h 143102"/>
                <a:gd name="connsiteX3" fmla="*/ 102905 w 135868"/>
                <a:gd name="connsiteY3" fmla="*/ 3751 h 143102"/>
                <a:gd name="connsiteX4" fmla="*/ 135868 w 135868"/>
                <a:gd name="connsiteY4" fmla="*/ 3751 h 143102"/>
                <a:gd name="connsiteX5" fmla="*/ 135868 w 135868"/>
                <a:gd name="connsiteY5" fmla="*/ 139351 h 143102"/>
                <a:gd name="connsiteX6" fmla="*/ 102905 w 135868"/>
                <a:gd name="connsiteY6" fmla="*/ 139351 h 143102"/>
                <a:gd name="connsiteX7" fmla="*/ 102905 w 135868"/>
                <a:gd name="connsiteY7" fmla="*/ 118985 h 143102"/>
                <a:gd name="connsiteX8" fmla="*/ 60028 w 135868"/>
                <a:gd name="connsiteY8" fmla="*/ 143103 h 143102"/>
                <a:gd name="connsiteX9" fmla="*/ 0 w 135868"/>
                <a:gd name="connsiteY9" fmla="*/ 71549 h 143102"/>
                <a:gd name="connsiteX10" fmla="*/ 0 w 135868"/>
                <a:gd name="connsiteY10" fmla="*/ 71554 h 143102"/>
                <a:gd name="connsiteX11" fmla="*/ 68069 w 135868"/>
                <a:gd name="connsiteY11" fmla="*/ 115505 h 143102"/>
                <a:gd name="connsiteX12" fmla="*/ 102368 w 135868"/>
                <a:gd name="connsiteY12" fmla="*/ 71554 h 143102"/>
                <a:gd name="connsiteX13" fmla="*/ 68069 w 135868"/>
                <a:gd name="connsiteY13" fmla="*/ 27602 h 143102"/>
                <a:gd name="connsiteX14" fmla="*/ 33770 w 135868"/>
                <a:gd name="connsiteY14" fmla="*/ 71554 h 143102"/>
                <a:gd name="connsiteX15" fmla="*/ 68069 w 135868"/>
                <a:gd name="connsiteY15" fmla="*/ 115505 h 14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5868" h="143102">
                  <a:moveTo>
                    <a:pt x="0" y="71554"/>
                  </a:moveTo>
                  <a:cubicBezTo>
                    <a:pt x="0" y="30017"/>
                    <a:pt x="22239" y="0"/>
                    <a:pt x="60028" y="0"/>
                  </a:cubicBezTo>
                  <a:cubicBezTo>
                    <a:pt x="79325" y="0"/>
                    <a:pt x="93790" y="8845"/>
                    <a:pt x="102905" y="24117"/>
                  </a:cubicBezTo>
                  <a:lnTo>
                    <a:pt x="102905" y="3751"/>
                  </a:lnTo>
                  <a:lnTo>
                    <a:pt x="135868" y="3751"/>
                  </a:lnTo>
                  <a:lnTo>
                    <a:pt x="135868" y="139351"/>
                  </a:lnTo>
                  <a:lnTo>
                    <a:pt x="102905" y="139351"/>
                  </a:lnTo>
                  <a:lnTo>
                    <a:pt x="102905" y="118985"/>
                  </a:lnTo>
                  <a:cubicBezTo>
                    <a:pt x="93790" y="133990"/>
                    <a:pt x="79318" y="143103"/>
                    <a:pt x="60028" y="143103"/>
                  </a:cubicBezTo>
                  <a:cubicBezTo>
                    <a:pt x="22239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9" y="115505"/>
                  </a:moveTo>
                  <a:cubicBezTo>
                    <a:pt x="90313" y="115505"/>
                    <a:pt x="102368" y="97553"/>
                    <a:pt x="102368" y="71554"/>
                  </a:cubicBezTo>
                  <a:cubicBezTo>
                    <a:pt x="102368" y="45555"/>
                    <a:pt x="90313" y="27602"/>
                    <a:pt x="68069" y="27602"/>
                  </a:cubicBezTo>
                  <a:cubicBezTo>
                    <a:pt x="45825" y="27602"/>
                    <a:pt x="33770" y="45555"/>
                    <a:pt x="33770" y="71554"/>
                  </a:cubicBezTo>
                  <a:cubicBezTo>
                    <a:pt x="33770" y="97553"/>
                    <a:pt x="46093" y="115505"/>
                    <a:pt x="68069" y="1155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C61BDBB-30A5-FD2E-FC25-5C485D01F047}"/>
                </a:ext>
              </a:extLst>
            </p:cNvPr>
            <p:cNvSpPr/>
            <p:nvPr/>
          </p:nvSpPr>
          <p:spPr>
            <a:xfrm>
              <a:off x="1169824" y="579922"/>
              <a:ext cx="123274" cy="139085"/>
            </a:xfrm>
            <a:custGeom>
              <a:avLst/>
              <a:gdLst>
                <a:gd name="connsiteX0" fmla="*/ 7 w 123274"/>
                <a:gd name="connsiteY0" fmla="*/ 3485 h 139085"/>
                <a:gd name="connsiteX1" fmla="*/ 32970 w 123274"/>
                <a:gd name="connsiteY1" fmla="*/ 3485 h 139085"/>
                <a:gd name="connsiteX2" fmla="*/ 32970 w 123274"/>
                <a:gd name="connsiteY2" fmla="*/ 24923 h 139085"/>
                <a:gd name="connsiteX3" fmla="*/ 74773 w 123274"/>
                <a:gd name="connsiteY3" fmla="*/ 0 h 139085"/>
                <a:gd name="connsiteX4" fmla="*/ 123275 w 123274"/>
                <a:gd name="connsiteY4" fmla="*/ 52259 h 139085"/>
                <a:gd name="connsiteX5" fmla="*/ 123275 w 123274"/>
                <a:gd name="connsiteY5" fmla="*/ 139086 h 139085"/>
                <a:gd name="connsiteX6" fmla="*/ 89506 w 123274"/>
                <a:gd name="connsiteY6" fmla="*/ 139086 h 139085"/>
                <a:gd name="connsiteX7" fmla="*/ 89506 w 123274"/>
                <a:gd name="connsiteY7" fmla="*/ 58153 h 139085"/>
                <a:gd name="connsiteX8" fmla="*/ 63779 w 123274"/>
                <a:gd name="connsiteY8" fmla="*/ 27603 h 139085"/>
                <a:gd name="connsiteX9" fmla="*/ 33762 w 123274"/>
                <a:gd name="connsiteY9" fmla="*/ 66727 h 139085"/>
                <a:gd name="connsiteX10" fmla="*/ 33762 w 123274"/>
                <a:gd name="connsiteY10" fmla="*/ 139086 h 139085"/>
                <a:gd name="connsiteX11" fmla="*/ 0 w 123274"/>
                <a:gd name="connsiteY11" fmla="*/ 139086 h 139085"/>
                <a:gd name="connsiteX12" fmla="*/ 0 w 123274"/>
                <a:gd name="connsiteY12" fmla="*/ 3485 h 139085"/>
                <a:gd name="connsiteX13" fmla="*/ 7 w 123274"/>
                <a:gd name="connsiteY13" fmla="*/ 3485 h 13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274" h="139085">
                  <a:moveTo>
                    <a:pt x="7" y="3485"/>
                  </a:moveTo>
                  <a:lnTo>
                    <a:pt x="32970" y="3485"/>
                  </a:lnTo>
                  <a:lnTo>
                    <a:pt x="32970" y="24923"/>
                  </a:lnTo>
                  <a:cubicBezTo>
                    <a:pt x="40736" y="8846"/>
                    <a:pt x="57355" y="0"/>
                    <a:pt x="74773" y="0"/>
                  </a:cubicBezTo>
                  <a:cubicBezTo>
                    <a:pt x="106662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2" y="42076"/>
                    <a:pt x="33762" y="66727"/>
                  </a:cubicBezTo>
                  <a:lnTo>
                    <a:pt x="33762" y="139086"/>
                  </a:lnTo>
                  <a:lnTo>
                    <a:pt x="0" y="139086"/>
                  </a:lnTo>
                  <a:lnTo>
                    <a:pt x="0" y="3485"/>
                  </a:lnTo>
                  <a:lnTo>
                    <a:pt x="7" y="3485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B03E351-3E26-37F4-F921-68E9CC5296B5}"/>
                </a:ext>
              </a:extLst>
            </p:cNvPr>
            <p:cNvSpPr/>
            <p:nvPr/>
          </p:nvSpPr>
          <p:spPr>
            <a:xfrm>
              <a:off x="1309168" y="579660"/>
              <a:ext cx="132114" cy="191343"/>
            </a:xfrm>
            <a:custGeom>
              <a:avLst/>
              <a:gdLst>
                <a:gd name="connsiteX0" fmla="*/ 2678 w 132114"/>
                <a:gd name="connsiteY0" fmla="*/ 147931 h 191343"/>
                <a:gd name="connsiteX1" fmla="*/ 36977 w 132114"/>
                <a:gd name="connsiteY1" fmla="*/ 147931 h 191343"/>
                <a:gd name="connsiteX2" fmla="*/ 66457 w 132114"/>
                <a:gd name="connsiteY2" fmla="*/ 165350 h 191343"/>
                <a:gd name="connsiteX3" fmla="*/ 98346 w 132114"/>
                <a:gd name="connsiteY3" fmla="*/ 130244 h 191343"/>
                <a:gd name="connsiteX4" fmla="*/ 98346 w 132114"/>
                <a:gd name="connsiteY4" fmla="*/ 114967 h 191343"/>
                <a:gd name="connsiteX5" fmla="*/ 58953 w 132114"/>
                <a:gd name="connsiteY5" fmla="*/ 133724 h 191343"/>
                <a:gd name="connsiteX6" fmla="*/ 0 w 132114"/>
                <a:gd name="connsiteY6" fmla="*/ 66998 h 191343"/>
                <a:gd name="connsiteX7" fmla="*/ 58953 w 132114"/>
                <a:gd name="connsiteY7" fmla="*/ 0 h 191343"/>
                <a:gd name="connsiteX8" fmla="*/ 99420 w 132114"/>
                <a:gd name="connsiteY8" fmla="*/ 21171 h 191343"/>
                <a:gd name="connsiteX9" fmla="*/ 99420 w 132114"/>
                <a:gd name="connsiteY9" fmla="*/ 3751 h 191343"/>
                <a:gd name="connsiteX10" fmla="*/ 132115 w 132114"/>
                <a:gd name="connsiteY10" fmla="*/ 3751 h 191343"/>
                <a:gd name="connsiteX11" fmla="*/ 132115 w 132114"/>
                <a:gd name="connsiteY11" fmla="*/ 129972 h 191343"/>
                <a:gd name="connsiteX12" fmla="*/ 65920 w 132114"/>
                <a:gd name="connsiteY12" fmla="*/ 191344 h 191343"/>
                <a:gd name="connsiteX13" fmla="*/ 2671 w 132114"/>
                <a:gd name="connsiteY13" fmla="*/ 147931 h 191343"/>
                <a:gd name="connsiteX14" fmla="*/ 2678 w 132114"/>
                <a:gd name="connsiteY14" fmla="*/ 147931 h 191343"/>
                <a:gd name="connsiteX15" fmla="*/ 66732 w 132114"/>
                <a:gd name="connsiteY15" fmla="*/ 106393 h 191343"/>
                <a:gd name="connsiteX16" fmla="*/ 99957 w 132114"/>
                <a:gd name="connsiteY16" fmla="*/ 66998 h 191343"/>
                <a:gd name="connsiteX17" fmla="*/ 66732 w 132114"/>
                <a:gd name="connsiteY17" fmla="*/ 27602 h 191343"/>
                <a:gd name="connsiteX18" fmla="*/ 33769 w 132114"/>
                <a:gd name="connsiteY18" fmla="*/ 66998 h 191343"/>
                <a:gd name="connsiteX19" fmla="*/ 66732 w 132114"/>
                <a:gd name="connsiteY19" fmla="*/ 106393 h 191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114" h="191343">
                  <a:moveTo>
                    <a:pt x="2678" y="147931"/>
                  </a:moveTo>
                  <a:lnTo>
                    <a:pt x="36977" y="147931"/>
                  </a:lnTo>
                  <a:cubicBezTo>
                    <a:pt x="40199" y="158380"/>
                    <a:pt x="49844" y="165350"/>
                    <a:pt x="66457" y="165350"/>
                  </a:cubicBezTo>
                  <a:cubicBezTo>
                    <a:pt x="89238" y="165350"/>
                    <a:pt x="98346" y="151149"/>
                    <a:pt x="98346" y="130244"/>
                  </a:cubicBezTo>
                  <a:lnTo>
                    <a:pt x="98346" y="114967"/>
                  </a:lnTo>
                  <a:cubicBezTo>
                    <a:pt x="89506" y="126759"/>
                    <a:pt x="76109" y="133724"/>
                    <a:pt x="58953" y="133724"/>
                  </a:cubicBezTo>
                  <a:cubicBezTo>
                    <a:pt x="21975" y="133724"/>
                    <a:pt x="0" y="105855"/>
                    <a:pt x="0" y="66998"/>
                  </a:cubicBezTo>
                  <a:cubicBezTo>
                    <a:pt x="0" y="28141"/>
                    <a:pt x="21975" y="0"/>
                    <a:pt x="58953" y="0"/>
                  </a:cubicBezTo>
                  <a:cubicBezTo>
                    <a:pt x="76914" y="0"/>
                    <a:pt x="90573" y="8041"/>
                    <a:pt x="99420" y="21171"/>
                  </a:cubicBezTo>
                  <a:lnTo>
                    <a:pt x="99420" y="3751"/>
                  </a:lnTo>
                  <a:lnTo>
                    <a:pt x="132115" y="3751"/>
                  </a:lnTo>
                  <a:lnTo>
                    <a:pt x="132115" y="129972"/>
                  </a:lnTo>
                  <a:cubicBezTo>
                    <a:pt x="132115" y="169096"/>
                    <a:pt x="106119" y="191344"/>
                    <a:pt x="65920" y="191344"/>
                  </a:cubicBezTo>
                  <a:cubicBezTo>
                    <a:pt x="30010" y="191344"/>
                    <a:pt x="6699" y="174463"/>
                    <a:pt x="2671" y="147931"/>
                  </a:cubicBezTo>
                  <a:lnTo>
                    <a:pt x="2678" y="147931"/>
                  </a:lnTo>
                  <a:close/>
                  <a:moveTo>
                    <a:pt x="66732" y="106393"/>
                  </a:moveTo>
                  <a:cubicBezTo>
                    <a:pt x="87902" y="106393"/>
                    <a:pt x="99957" y="90316"/>
                    <a:pt x="99957" y="66998"/>
                  </a:cubicBezTo>
                  <a:cubicBezTo>
                    <a:pt x="99957" y="43679"/>
                    <a:pt x="87902" y="27602"/>
                    <a:pt x="66732" y="27602"/>
                  </a:cubicBezTo>
                  <a:cubicBezTo>
                    <a:pt x="45555" y="27602"/>
                    <a:pt x="33769" y="43679"/>
                    <a:pt x="33769" y="66998"/>
                  </a:cubicBezTo>
                  <a:cubicBezTo>
                    <a:pt x="33769" y="90316"/>
                    <a:pt x="45824" y="106393"/>
                    <a:pt x="66732" y="106393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80A13F1-B737-0753-A4AA-677282AAD81E}"/>
                </a:ext>
              </a:extLst>
            </p:cNvPr>
            <p:cNvSpPr/>
            <p:nvPr/>
          </p:nvSpPr>
          <p:spPr>
            <a:xfrm>
              <a:off x="1465487" y="531430"/>
              <a:ext cx="129973" cy="187592"/>
            </a:xfrm>
            <a:custGeom>
              <a:avLst/>
              <a:gdLst>
                <a:gd name="connsiteX0" fmla="*/ 33762 w 129973"/>
                <a:gd name="connsiteY0" fmla="*/ 121660 h 187592"/>
                <a:gd name="connsiteX1" fmla="*/ 33762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2 w 129973"/>
                <a:gd name="connsiteY4" fmla="*/ 0 h 187592"/>
                <a:gd name="connsiteX5" fmla="*/ 33762 w 129973"/>
                <a:gd name="connsiteY5" fmla="*/ 107731 h 187592"/>
                <a:gd name="connsiteX6" fmla="*/ 82270 w 129973"/>
                <a:gd name="connsiteY6" fmla="*/ 51987 h 187592"/>
                <a:gd name="connsiteX7" fmla="*/ 122731 w 129973"/>
                <a:gd name="connsiteY7" fmla="*/ 51987 h 187592"/>
                <a:gd name="connsiteX8" fmla="*/ 67531 w 129973"/>
                <a:gd name="connsiteY8" fmla="*/ 113358 h 187592"/>
                <a:gd name="connsiteX9" fmla="*/ 129974 w 129973"/>
                <a:gd name="connsiteY9" fmla="*/ 187593 h 187592"/>
                <a:gd name="connsiteX10" fmla="*/ 88432 w 129973"/>
                <a:gd name="connsiteY10" fmla="*/ 187593 h 187592"/>
                <a:gd name="connsiteX11" fmla="*/ 33769 w 129973"/>
                <a:gd name="connsiteY11" fmla="*/ 121666 h 187592"/>
                <a:gd name="connsiteX12" fmla="*/ 33762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2" y="121660"/>
                  </a:moveTo>
                  <a:lnTo>
                    <a:pt x="33762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2" y="0"/>
                  </a:lnTo>
                  <a:lnTo>
                    <a:pt x="33762" y="107731"/>
                  </a:lnTo>
                  <a:lnTo>
                    <a:pt x="82270" y="51987"/>
                  </a:lnTo>
                  <a:lnTo>
                    <a:pt x="122731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2" y="187593"/>
                  </a:lnTo>
                  <a:lnTo>
                    <a:pt x="33769" y="121666"/>
                  </a:lnTo>
                  <a:lnTo>
                    <a:pt x="33762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6CAE906-A8EB-64FA-F645-A3BAFAA08EF0}"/>
                </a:ext>
              </a:extLst>
            </p:cNvPr>
            <p:cNvSpPr/>
            <p:nvPr/>
          </p:nvSpPr>
          <p:spPr>
            <a:xfrm>
              <a:off x="1586654" y="579391"/>
              <a:ext cx="137209" cy="143641"/>
            </a:xfrm>
            <a:custGeom>
              <a:avLst/>
              <a:gdLst>
                <a:gd name="connsiteX0" fmla="*/ 0 w 137209"/>
                <a:gd name="connsiteY0" fmla="*/ 71821 h 143641"/>
                <a:gd name="connsiteX1" fmla="*/ 68873 w 137209"/>
                <a:gd name="connsiteY1" fmla="*/ 0 h 143641"/>
                <a:gd name="connsiteX2" fmla="*/ 137209 w 137209"/>
                <a:gd name="connsiteY2" fmla="*/ 71821 h 143641"/>
                <a:gd name="connsiteX3" fmla="*/ 68873 w 137209"/>
                <a:gd name="connsiteY3" fmla="*/ 143641 h 143641"/>
                <a:gd name="connsiteX4" fmla="*/ 0 w 137209"/>
                <a:gd name="connsiteY4" fmla="*/ 71821 h 143641"/>
                <a:gd name="connsiteX5" fmla="*/ 68873 w 137209"/>
                <a:gd name="connsiteY5" fmla="*/ 116305 h 143641"/>
                <a:gd name="connsiteX6" fmla="*/ 103441 w 137209"/>
                <a:gd name="connsiteY6" fmla="*/ 71821 h 143641"/>
                <a:gd name="connsiteX7" fmla="*/ 68873 w 137209"/>
                <a:gd name="connsiteY7" fmla="*/ 27337 h 143641"/>
                <a:gd name="connsiteX8" fmla="*/ 33769 w 137209"/>
                <a:gd name="connsiteY8" fmla="*/ 71821 h 143641"/>
                <a:gd name="connsiteX9" fmla="*/ 68873 w 137209"/>
                <a:gd name="connsiteY9" fmla="*/ 116305 h 143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7209" h="143641">
                  <a:moveTo>
                    <a:pt x="0" y="71821"/>
                  </a:moveTo>
                  <a:cubicBezTo>
                    <a:pt x="0" y="30283"/>
                    <a:pt x="25466" y="0"/>
                    <a:pt x="68873" y="0"/>
                  </a:cubicBezTo>
                  <a:cubicBezTo>
                    <a:pt x="112287" y="0"/>
                    <a:pt x="137209" y="30283"/>
                    <a:pt x="137209" y="71821"/>
                  </a:cubicBezTo>
                  <a:cubicBezTo>
                    <a:pt x="137209" y="113358"/>
                    <a:pt x="112025" y="143641"/>
                    <a:pt x="68873" y="143641"/>
                  </a:cubicBezTo>
                  <a:cubicBezTo>
                    <a:pt x="25728" y="143641"/>
                    <a:pt x="0" y="113358"/>
                    <a:pt x="0" y="71821"/>
                  </a:cubicBezTo>
                  <a:close/>
                  <a:moveTo>
                    <a:pt x="68873" y="116305"/>
                  </a:moveTo>
                  <a:cubicBezTo>
                    <a:pt x="91386" y="116305"/>
                    <a:pt x="103441" y="97814"/>
                    <a:pt x="103441" y="71821"/>
                  </a:cubicBezTo>
                  <a:cubicBezTo>
                    <a:pt x="103441" y="45827"/>
                    <a:pt x="91386" y="27337"/>
                    <a:pt x="68873" y="27337"/>
                  </a:cubicBezTo>
                  <a:cubicBezTo>
                    <a:pt x="46367" y="27337"/>
                    <a:pt x="33769" y="46094"/>
                    <a:pt x="33769" y="71821"/>
                  </a:cubicBezTo>
                  <a:cubicBezTo>
                    <a:pt x="33769" y="97548"/>
                    <a:pt x="46099" y="116305"/>
                    <a:pt x="68873" y="1163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13B32C6-EE18-5BFD-7655-3CAE8120B78C}"/>
                </a:ext>
              </a:extLst>
            </p:cNvPr>
            <p:cNvSpPr/>
            <p:nvPr/>
          </p:nvSpPr>
          <p:spPr>
            <a:xfrm>
              <a:off x="1740798" y="531430"/>
              <a:ext cx="129973" cy="187592"/>
            </a:xfrm>
            <a:custGeom>
              <a:avLst/>
              <a:gdLst>
                <a:gd name="connsiteX0" fmla="*/ 33769 w 129973"/>
                <a:gd name="connsiteY0" fmla="*/ 121660 h 187592"/>
                <a:gd name="connsiteX1" fmla="*/ 33769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9 w 129973"/>
                <a:gd name="connsiteY4" fmla="*/ 0 h 187592"/>
                <a:gd name="connsiteX5" fmla="*/ 33769 w 129973"/>
                <a:gd name="connsiteY5" fmla="*/ 107731 h 187592"/>
                <a:gd name="connsiteX6" fmla="*/ 82270 w 129973"/>
                <a:gd name="connsiteY6" fmla="*/ 51987 h 187592"/>
                <a:gd name="connsiteX7" fmla="*/ 122738 w 129973"/>
                <a:gd name="connsiteY7" fmla="*/ 51987 h 187592"/>
                <a:gd name="connsiteX8" fmla="*/ 67531 w 129973"/>
                <a:gd name="connsiteY8" fmla="*/ 113358 h 187592"/>
                <a:gd name="connsiteX9" fmla="*/ 129974 w 129973"/>
                <a:gd name="connsiteY9" fmla="*/ 187593 h 187592"/>
                <a:gd name="connsiteX10" fmla="*/ 88439 w 129973"/>
                <a:gd name="connsiteY10" fmla="*/ 187593 h 187592"/>
                <a:gd name="connsiteX11" fmla="*/ 33769 w 129973"/>
                <a:gd name="connsiteY11" fmla="*/ 121666 h 187592"/>
                <a:gd name="connsiteX12" fmla="*/ 33769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4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DE1EA6-8854-3BAA-5815-B54E9218249B}"/>
                </a:ext>
              </a:extLst>
            </p:cNvPr>
            <p:cNvSpPr/>
            <p:nvPr/>
          </p:nvSpPr>
          <p:spPr>
            <a:xfrm>
              <a:off x="1939369" y="531417"/>
              <a:ext cx="142035" cy="187586"/>
            </a:xfrm>
            <a:custGeom>
              <a:avLst/>
              <a:gdLst>
                <a:gd name="connsiteX0" fmla="*/ 0 w 142035"/>
                <a:gd name="connsiteY0" fmla="*/ 5 h 187586"/>
                <a:gd name="connsiteX1" fmla="*/ 75572 w 142035"/>
                <a:gd name="connsiteY1" fmla="*/ 5 h 187586"/>
                <a:gd name="connsiteX2" fmla="*/ 132115 w 142035"/>
                <a:gd name="connsiteY2" fmla="*/ 47436 h 187586"/>
                <a:gd name="connsiteX3" fmla="*/ 105320 w 142035"/>
                <a:gd name="connsiteY3" fmla="*/ 87631 h 187586"/>
                <a:gd name="connsiteX4" fmla="*/ 142035 w 142035"/>
                <a:gd name="connsiteY4" fmla="*/ 133990 h 187586"/>
                <a:gd name="connsiteX5" fmla="*/ 81203 w 142035"/>
                <a:gd name="connsiteY5" fmla="*/ 187587 h 187586"/>
                <a:gd name="connsiteX6" fmla="*/ 0 w 142035"/>
                <a:gd name="connsiteY6" fmla="*/ 187587 h 187586"/>
                <a:gd name="connsiteX7" fmla="*/ 0 w 142035"/>
                <a:gd name="connsiteY7" fmla="*/ 0 h 187586"/>
                <a:gd name="connsiteX8" fmla="*/ 0 w 142035"/>
                <a:gd name="connsiteY8" fmla="*/ 5 h 187586"/>
                <a:gd name="connsiteX9" fmla="*/ 69679 w 142035"/>
                <a:gd name="connsiteY9" fmla="*/ 77719 h 187586"/>
                <a:gd name="connsiteX10" fmla="*/ 97547 w 142035"/>
                <a:gd name="connsiteY10" fmla="*/ 51992 h 187586"/>
                <a:gd name="connsiteX11" fmla="*/ 69410 w 142035"/>
                <a:gd name="connsiteY11" fmla="*/ 27070 h 187586"/>
                <a:gd name="connsiteX12" fmla="*/ 35104 w 142035"/>
                <a:gd name="connsiteY12" fmla="*/ 27070 h 187586"/>
                <a:gd name="connsiteX13" fmla="*/ 35104 w 142035"/>
                <a:gd name="connsiteY13" fmla="*/ 77719 h 187586"/>
                <a:gd name="connsiteX14" fmla="*/ 69679 w 142035"/>
                <a:gd name="connsiteY14" fmla="*/ 77719 h 187586"/>
                <a:gd name="connsiteX15" fmla="*/ 75578 w 142035"/>
                <a:gd name="connsiteY15" fmla="*/ 160527 h 187586"/>
                <a:gd name="connsiteX16" fmla="*/ 106669 w 142035"/>
                <a:gd name="connsiteY16" fmla="*/ 132120 h 187586"/>
                <a:gd name="connsiteX17" fmla="*/ 74243 w 142035"/>
                <a:gd name="connsiteY17" fmla="*/ 103446 h 187586"/>
                <a:gd name="connsiteX18" fmla="*/ 35111 w 142035"/>
                <a:gd name="connsiteY18" fmla="*/ 103446 h 187586"/>
                <a:gd name="connsiteX19" fmla="*/ 35111 w 142035"/>
                <a:gd name="connsiteY19" fmla="*/ 160527 h 187586"/>
                <a:gd name="connsiteX20" fmla="*/ 75578 w 142035"/>
                <a:gd name="connsiteY20" fmla="*/ 160527 h 18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035" h="187586">
                  <a:moveTo>
                    <a:pt x="0" y="5"/>
                  </a:moveTo>
                  <a:lnTo>
                    <a:pt x="75572" y="5"/>
                  </a:lnTo>
                  <a:cubicBezTo>
                    <a:pt x="109877" y="5"/>
                    <a:pt x="132115" y="20106"/>
                    <a:pt x="132115" y="47436"/>
                  </a:cubicBezTo>
                  <a:cubicBezTo>
                    <a:pt x="132115" y="66731"/>
                    <a:pt x="121664" y="80666"/>
                    <a:pt x="105320" y="87631"/>
                  </a:cubicBezTo>
                  <a:cubicBezTo>
                    <a:pt x="126759" y="93796"/>
                    <a:pt x="142035" y="111215"/>
                    <a:pt x="142035" y="133990"/>
                  </a:cubicBezTo>
                  <a:cubicBezTo>
                    <a:pt x="142035" y="165345"/>
                    <a:pt x="119791" y="187587"/>
                    <a:pt x="81203" y="187587"/>
                  </a:cubicBezTo>
                  <a:lnTo>
                    <a:pt x="0" y="187587"/>
                  </a:lnTo>
                  <a:lnTo>
                    <a:pt x="0" y="0"/>
                  </a:lnTo>
                  <a:lnTo>
                    <a:pt x="0" y="5"/>
                  </a:lnTo>
                  <a:close/>
                  <a:moveTo>
                    <a:pt x="69679" y="77719"/>
                  </a:moveTo>
                  <a:cubicBezTo>
                    <a:pt x="85754" y="77719"/>
                    <a:pt x="97547" y="69146"/>
                    <a:pt x="97547" y="51992"/>
                  </a:cubicBezTo>
                  <a:cubicBezTo>
                    <a:pt x="97547" y="34839"/>
                    <a:pt x="84949" y="27070"/>
                    <a:pt x="69410" y="27070"/>
                  </a:cubicBezTo>
                  <a:lnTo>
                    <a:pt x="35104" y="27070"/>
                  </a:lnTo>
                  <a:lnTo>
                    <a:pt x="35104" y="77719"/>
                  </a:lnTo>
                  <a:lnTo>
                    <a:pt x="69679" y="77719"/>
                  </a:lnTo>
                  <a:close/>
                  <a:moveTo>
                    <a:pt x="75578" y="160527"/>
                  </a:moveTo>
                  <a:cubicBezTo>
                    <a:pt x="92459" y="160527"/>
                    <a:pt x="106669" y="151954"/>
                    <a:pt x="106669" y="132120"/>
                  </a:cubicBezTo>
                  <a:cubicBezTo>
                    <a:pt x="106669" y="112287"/>
                    <a:pt x="92466" y="103446"/>
                    <a:pt x="74243" y="103446"/>
                  </a:cubicBezTo>
                  <a:lnTo>
                    <a:pt x="35111" y="103446"/>
                  </a:lnTo>
                  <a:lnTo>
                    <a:pt x="35111" y="160527"/>
                  </a:lnTo>
                  <a:lnTo>
                    <a:pt x="75578" y="160527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02581DC-9941-7C98-5DF2-13F62249F9AE}"/>
                </a:ext>
              </a:extLst>
            </p:cNvPr>
            <p:cNvSpPr/>
            <p:nvPr/>
          </p:nvSpPr>
          <p:spPr>
            <a:xfrm>
              <a:off x="2091983" y="579660"/>
              <a:ext cx="135866" cy="143102"/>
            </a:xfrm>
            <a:custGeom>
              <a:avLst/>
              <a:gdLst>
                <a:gd name="connsiteX0" fmla="*/ 0 w 135866"/>
                <a:gd name="connsiteY0" fmla="*/ 71554 h 143102"/>
                <a:gd name="connsiteX1" fmla="*/ 60026 w 135866"/>
                <a:gd name="connsiteY1" fmla="*/ 0 h 143102"/>
                <a:gd name="connsiteX2" fmla="*/ 102904 w 135866"/>
                <a:gd name="connsiteY2" fmla="*/ 24117 h 143102"/>
                <a:gd name="connsiteX3" fmla="*/ 102904 w 135866"/>
                <a:gd name="connsiteY3" fmla="*/ 3751 h 143102"/>
                <a:gd name="connsiteX4" fmla="*/ 135867 w 135866"/>
                <a:gd name="connsiteY4" fmla="*/ 3751 h 143102"/>
                <a:gd name="connsiteX5" fmla="*/ 135867 w 135866"/>
                <a:gd name="connsiteY5" fmla="*/ 139351 h 143102"/>
                <a:gd name="connsiteX6" fmla="*/ 102904 w 135866"/>
                <a:gd name="connsiteY6" fmla="*/ 139351 h 143102"/>
                <a:gd name="connsiteX7" fmla="*/ 102904 w 135866"/>
                <a:gd name="connsiteY7" fmla="*/ 118985 h 143102"/>
                <a:gd name="connsiteX8" fmla="*/ 60026 w 135866"/>
                <a:gd name="connsiteY8" fmla="*/ 143103 h 143102"/>
                <a:gd name="connsiteX9" fmla="*/ 0 w 135866"/>
                <a:gd name="connsiteY9" fmla="*/ 71549 h 143102"/>
                <a:gd name="connsiteX10" fmla="*/ 0 w 135866"/>
                <a:gd name="connsiteY10" fmla="*/ 71554 h 143102"/>
                <a:gd name="connsiteX11" fmla="*/ 68068 w 135866"/>
                <a:gd name="connsiteY11" fmla="*/ 115505 h 143102"/>
                <a:gd name="connsiteX12" fmla="*/ 102367 w 135866"/>
                <a:gd name="connsiteY12" fmla="*/ 71554 h 143102"/>
                <a:gd name="connsiteX13" fmla="*/ 68068 w 135866"/>
                <a:gd name="connsiteY13" fmla="*/ 27602 h 143102"/>
                <a:gd name="connsiteX14" fmla="*/ 33762 w 135866"/>
                <a:gd name="connsiteY14" fmla="*/ 71554 h 143102"/>
                <a:gd name="connsiteX15" fmla="*/ 68068 w 135866"/>
                <a:gd name="connsiteY15" fmla="*/ 115505 h 143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5866" h="143102">
                  <a:moveTo>
                    <a:pt x="0" y="71554"/>
                  </a:moveTo>
                  <a:cubicBezTo>
                    <a:pt x="0" y="30017"/>
                    <a:pt x="22237" y="0"/>
                    <a:pt x="60026" y="0"/>
                  </a:cubicBezTo>
                  <a:cubicBezTo>
                    <a:pt x="79317" y="0"/>
                    <a:pt x="93795" y="8845"/>
                    <a:pt x="102904" y="24117"/>
                  </a:cubicBezTo>
                  <a:lnTo>
                    <a:pt x="102904" y="3751"/>
                  </a:lnTo>
                  <a:lnTo>
                    <a:pt x="135867" y="3751"/>
                  </a:lnTo>
                  <a:lnTo>
                    <a:pt x="135867" y="139351"/>
                  </a:lnTo>
                  <a:lnTo>
                    <a:pt x="102904" y="139351"/>
                  </a:lnTo>
                  <a:lnTo>
                    <a:pt x="102904" y="118985"/>
                  </a:lnTo>
                  <a:cubicBezTo>
                    <a:pt x="93795" y="133990"/>
                    <a:pt x="79317" y="143103"/>
                    <a:pt x="60026" y="143103"/>
                  </a:cubicBezTo>
                  <a:cubicBezTo>
                    <a:pt x="22237" y="143103"/>
                    <a:pt x="0" y="113086"/>
                    <a:pt x="0" y="71549"/>
                  </a:cubicBezTo>
                  <a:lnTo>
                    <a:pt x="0" y="71554"/>
                  </a:lnTo>
                  <a:close/>
                  <a:moveTo>
                    <a:pt x="68068" y="115505"/>
                  </a:moveTo>
                  <a:cubicBezTo>
                    <a:pt x="90305" y="115505"/>
                    <a:pt x="102367" y="97553"/>
                    <a:pt x="102367" y="71554"/>
                  </a:cubicBezTo>
                  <a:cubicBezTo>
                    <a:pt x="102367" y="45555"/>
                    <a:pt x="90305" y="27602"/>
                    <a:pt x="68068" y="27602"/>
                  </a:cubicBezTo>
                  <a:cubicBezTo>
                    <a:pt x="45824" y="27602"/>
                    <a:pt x="33762" y="45555"/>
                    <a:pt x="33762" y="71554"/>
                  </a:cubicBezTo>
                  <a:cubicBezTo>
                    <a:pt x="33762" y="97553"/>
                    <a:pt x="46099" y="115505"/>
                    <a:pt x="68068" y="115505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0594529-011E-66B4-23CB-891A2AEF62C4}"/>
                </a:ext>
              </a:extLst>
            </p:cNvPr>
            <p:cNvSpPr/>
            <p:nvPr/>
          </p:nvSpPr>
          <p:spPr>
            <a:xfrm>
              <a:off x="2251933" y="579922"/>
              <a:ext cx="123274" cy="139085"/>
            </a:xfrm>
            <a:custGeom>
              <a:avLst/>
              <a:gdLst>
                <a:gd name="connsiteX0" fmla="*/ 0 w 123274"/>
                <a:gd name="connsiteY0" fmla="*/ 3485 h 139085"/>
                <a:gd name="connsiteX1" fmla="*/ 32963 w 123274"/>
                <a:gd name="connsiteY1" fmla="*/ 3485 h 139085"/>
                <a:gd name="connsiteX2" fmla="*/ 32963 w 123274"/>
                <a:gd name="connsiteY2" fmla="*/ 24923 h 139085"/>
                <a:gd name="connsiteX3" fmla="*/ 74766 w 123274"/>
                <a:gd name="connsiteY3" fmla="*/ 0 h 139085"/>
                <a:gd name="connsiteX4" fmla="*/ 123275 w 123274"/>
                <a:gd name="connsiteY4" fmla="*/ 52259 h 139085"/>
                <a:gd name="connsiteX5" fmla="*/ 123275 w 123274"/>
                <a:gd name="connsiteY5" fmla="*/ 139086 h 139085"/>
                <a:gd name="connsiteX6" fmla="*/ 89506 w 123274"/>
                <a:gd name="connsiteY6" fmla="*/ 139086 h 139085"/>
                <a:gd name="connsiteX7" fmla="*/ 89506 w 123274"/>
                <a:gd name="connsiteY7" fmla="*/ 58153 h 139085"/>
                <a:gd name="connsiteX8" fmla="*/ 63779 w 123274"/>
                <a:gd name="connsiteY8" fmla="*/ 27603 h 139085"/>
                <a:gd name="connsiteX9" fmla="*/ 33769 w 123274"/>
                <a:gd name="connsiteY9" fmla="*/ 66727 h 139085"/>
                <a:gd name="connsiteX10" fmla="*/ 33769 w 123274"/>
                <a:gd name="connsiteY10" fmla="*/ 139086 h 139085"/>
                <a:gd name="connsiteX11" fmla="*/ 0 w 123274"/>
                <a:gd name="connsiteY11" fmla="*/ 139086 h 139085"/>
                <a:gd name="connsiteX12" fmla="*/ 0 w 123274"/>
                <a:gd name="connsiteY12" fmla="*/ 3485 h 139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274" h="139085">
                  <a:moveTo>
                    <a:pt x="0" y="3485"/>
                  </a:moveTo>
                  <a:lnTo>
                    <a:pt x="32963" y="3485"/>
                  </a:lnTo>
                  <a:lnTo>
                    <a:pt x="32963" y="24923"/>
                  </a:lnTo>
                  <a:cubicBezTo>
                    <a:pt x="40729" y="8846"/>
                    <a:pt x="57348" y="0"/>
                    <a:pt x="74766" y="0"/>
                  </a:cubicBezTo>
                  <a:cubicBezTo>
                    <a:pt x="106656" y="0"/>
                    <a:pt x="123275" y="19295"/>
                    <a:pt x="123275" y="52259"/>
                  </a:cubicBezTo>
                  <a:lnTo>
                    <a:pt x="123275" y="139086"/>
                  </a:lnTo>
                  <a:lnTo>
                    <a:pt x="89506" y="139086"/>
                  </a:lnTo>
                  <a:lnTo>
                    <a:pt x="89506" y="58153"/>
                  </a:lnTo>
                  <a:cubicBezTo>
                    <a:pt x="89506" y="38857"/>
                    <a:pt x="81465" y="27603"/>
                    <a:pt x="63779" y="27603"/>
                  </a:cubicBezTo>
                  <a:cubicBezTo>
                    <a:pt x="44750" y="27603"/>
                    <a:pt x="33769" y="42076"/>
                    <a:pt x="33769" y="66727"/>
                  </a:cubicBezTo>
                  <a:lnTo>
                    <a:pt x="33769" y="139086"/>
                  </a:lnTo>
                  <a:lnTo>
                    <a:pt x="0" y="139086"/>
                  </a:lnTo>
                  <a:lnTo>
                    <a:pt x="0" y="3485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C7FA15A-8888-1611-6F62-5DEA85D85F1D}"/>
                </a:ext>
              </a:extLst>
            </p:cNvPr>
            <p:cNvSpPr/>
            <p:nvPr/>
          </p:nvSpPr>
          <p:spPr>
            <a:xfrm>
              <a:off x="2398807" y="531430"/>
              <a:ext cx="129973" cy="187592"/>
            </a:xfrm>
            <a:custGeom>
              <a:avLst/>
              <a:gdLst>
                <a:gd name="connsiteX0" fmla="*/ 33769 w 129973"/>
                <a:gd name="connsiteY0" fmla="*/ 121660 h 187592"/>
                <a:gd name="connsiteX1" fmla="*/ 33769 w 129973"/>
                <a:gd name="connsiteY1" fmla="*/ 187587 h 187592"/>
                <a:gd name="connsiteX2" fmla="*/ 0 w 129973"/>
                <a:gd name="connsiteY2" fmla="*/ 187587 h 187592"/>
                <a:gd name="connsiteX3" fmla="*/ 0 w 129973"/>
                <a:gd name="connsiteY3" fmla="*/ 0 h 187592"/>
                <a:gd name="connsiteX4" fmla="*/ 33769 w 129973"/>
                <a:gd name="connsiteY4" fmla="*/ 0 h 187592"/>
                <a:gd name="connsiteX5" fmla="*/ 33769 w 129973"/>
                <a:gd name="connsiteY5" fmla="*/ 107731 h 187592"/>
                <a:gd name="connsiteX6" fmla="*/ 82270 w 129973"/>
                <a:gd name="connsiteY6" fmla="*/ 51987 h 187592"/>
                <a:gd name="connsiteX7" fmla="*/ 122738 w 129973"/>
                <a:gd name="connsiteY7" fmla="*/ 51987 h 187592"/>
                <a:gd name="connsiteX8" fmla="*/ 67531 w 129973"/>
                <a:gd name="connsiteY8" fmla="*/ 113358 h 187592"/>
                <a:gd name="connsiteX9" fmla="*/ 129973 w 129973"/>
                <a:gd name="connsiteY9" fmla="*/ 187593 h 187592"/>
                <a:gd name="connsiteX10" fmla="*/ 88439 w 129973"/>
                <a:gd name="connsiteY10" fmla="*/ 187593 h 187592"/>
                <a:gd name="connsiteX11" fmla="*/ 33769 w 129973"/>
                <a:gd name="connsiteY11" fmla="*/ 121666 h 187592"/>
                <a:gd name="connsiteX12" fmla="*/ 33769 w 129973"/>
                <a:gd name="connsiteY12" fmla="*/ 121660 h 18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9973" h="187592">
                  <a:moveTo>
                    <a:pt x="33769" y="121660"/>
                  </a:moveTo>
                  <a:lnTo>
                    <a:pt x="33769" y="187587"/>
                  </a:lnTo>
                  <a:lnTo>
                    <a:pt x="0" y="187587"/>
                  </a:lnTo>
                  <a:lnTo>
                    <a:pt x="0" y="0"/>
                  </a:lnTo>
                  <a:lnTo>
                    <a:pt x="33769" y="0"/>
                  </a:lnTo>
                  <a:lnTo>
                    <a:pt x="33769" y="107731"/>
                  </a:lnTo>
                  <a:lnTo>
                    <a:pt x="82270" y="51987"/>
                  </a:lnTo>
                  <a:lnTo>
                    <a:pt x="122738" y="51987"/>
                  </a:lnTo>
                  <a:lnTo>
                    <a:pt x="67531" y="113358"/>
                  </a:lnTo>
                  <a:lnTo>
                    <a:pt x="129973" y="187593"/>
                  </a:lnTo>
                  <a:lnTo>
                    <a:pt x="88439" y="187593"/>
                  </a:lnTo>
                  <a:lnTo>
                    <a:pt x="33769" y="121666"/>
                  </a:lnTo>
                  <a:lnTo>
                    <a:pt x="33769" y="121660"/>
                  </a:ln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C18FF21-5FA7-5EBB-A745-072CA737CF44}"/>
                </a:ext>
              </a:extLst>
            </p:cNvPr>
            <p:cNvSpPr/>
            <p:nvPr/>
          </p:nvSpPr>
          <p:spPr>
            <a:xfrm>
              <a:off x="345229" y="342966"/>
              <a:ext cx="407761" cy="543683"/>
            </a:xfrm>
            <a:custGeom>
              <a:avLst/>
              <a:gdLst>
                <a:gd name="connsiteX0" fmla="*/ 369024 w 407761"/>
                <a:gd name="connsiteY0" fmla="*/ 216794 h 543683"/>
                <a:gd name="connsiteX1" fmla="*/ 203881 w 407761"/>
                <a:gd name="connsiteY1" fmla="*/ 0 h 543683"/>
                <a:gd name="connsiteX2" fmla="*/ 38737 w 407761"/>
                <a:gd name="connsiteY2" fmla="*/ 216794 h 543683"/>
                <a:gd name="connsiteX3" fmla="*/ 0 w 407761"/>
                <a:gd name="connsiteY3" fmla="*/ 320094 h 543683"/>
                <a:gd name="connsiteX4" fmla="*/ 74077 w 407761"/>
                <a:gd name="connsiteY4" fmla="*/ 453975 h 543683"/>
                <a:gd name="connsiteX5" fmla="*/ 203881 w 407761"/>
                <a:gd name="connsiteY5" fmla="*/ 543683 h 543683"/>
                <a:gd name="connsiteX6" fmla="*/ 333685 w 407761"/>
                <a:gd name="connsiteY6" fmla="*/ 453975 h 543683"/>
                <a:gd name="connsiteX7" fmla="*/ 407762 w 407761"/>
                <a:gd name="connsiteY7" fmla="*/ 320094 h 543683"/>
                <a:gd name="connsiteX8" fmla="*/ 369024 w 407761"/>
                <a:gd name="connsiteY8" fmla="*/ 216794 h 543683"/>
                <a:gd name="connsiteX9" fmla="*/ 177376 w 407761"/>
                <a:gd name="connsiteY9" fmla="*/ 445140 h 543683"/>
                <a:gd name="connsiteX10" fmla="*/ 177376 w 407761"/>
                <a:gd name="connsiteY10" fmla="*/ 477082 h 543683"/>
                <a:gd name="connsiteX11" fmla="*/ 97863 w 407761"/>
                <a:gd name="connsiteY11" fmla="*/ 422714 h 543683"/>
                <a:gd name="connsiteX12" fmla="*/ 39417 w 407761"/>
                <a:gd name="connsiteY12" fmla="*/ 322132 h 543683"/>
                <a:gd name="connsiteX13" fmla="*/ 54368 w 407761"/>
                <a:gd name="connsiteY13" fmla="*/ 265725 h 543683"/>
                <a:gd name="connsiteX14" fmla="*/ 80193 w 407761"/>
                <a:gd name="connsiteY14" fmla="*/ 305822 h 543683"/>
                <a:gd name="connsiteX15" fmla="*/ 164464 w 407761"/>
                <a:gd name="connsiteY15" fmla="*/ 399607 h 543683"/>
                <a:gd name="connsiteX16" fmla="*/ 177376 w 407761"/>
                <a:gd name="connsiteY16" fmla="*/ 445140 h 543683"/>
                <a:gd name="connsiteX17" fmla="*/ 114853 w 407761"/>
                <a:gd name="connsiteY17" fmla="*/ 285434 h 543683"/>
                <a:gd name="connsiteX18" fmla="*/ 89708 w 407761"/>
                <a:gd name="connsiteY18" fmla="*/ 235823 h 543683"/>
                <a:gd name="connsiteX19" fmla="*/ 108737 w 407761"/>
                <a:gd name="connsiteY19" fmla="*/ 190289 h 543683"/>
                <a:gd name="connsiteX20" fmla="*/ 203881 w 407761"/>
                <a:gd name="connsiteY20" fmla="*/ 66601 h 543683"/>
                <a:gd name="connsiteX21" fmla="*/ 299025 w 407761"/>
                <a:gd name="connsiteY21" fmla="*/ 190289 h 543683"/>
                <a:gd name="connsiteX22" fmla="*/ 318054 w 407761"/>
                <a:gd name="connsiteY22" fmla="*/ 235823 h 543683"/>
                <a:gd name="connsiteX23" fmla="*/ 292909 w 407761"/>
                <a:gd name="connsiteY23" fmla="*/ 285434 h 543683"/>
                <a:gd name="connsiteX24" fmla="*/ 203881 w 407761"/>
                <a:gd name="connsiteY24" fmla="*/ 384656 h 543683"/>
                <a:gd name="connsiteX25" fmla="*/ 114853 w 407761"/>
                <a:gd name="connsiteY25" fmla="*/ 285434 h 543683"/>
                <a:gd name="connsiteX26" fmla="*/ 309899 w 407761"/>
                <a:gd name="connsiteY26" fmla="*/ 422714 h 543683"/>
                <a:gd name="connsiteX27" fmla="*/ 230385 w 407761"/>
                <a:gd name="connsiteY27" fmla="*/ 477082 h 543683"/>
                <a:gd name="connsiteX28" fmla="*/ 230385 w 407761"/>
                <a:gd name="connsiteY28" fmla="*/ 445140 h 543683"/>
                <a:gd name="connsiteX29" fmla="*/ 243298 w 407761"/>
                <a:gd name="connsiteY29" fmla="*/ 399607 h 543683"/>
                <a:gd name="connsiteX30" fmla="*/ 327569 w 407761"/>
                <a:gd name="connsiteY30" fmla="*/ 305822 h 543683"/>
                <a:gd name="connsiteX31" fmla="*/ 353394 w 407761"/>
                <a:gd name="connsiteY31" fmla="*/ 265725 h 543683"/>
                <a:gd name="connsiteX32" fmla="*/ 368345 w 407761"/>
                <a:gd name="connsiteY32" fmla="*/ 322132 h 543683"/>
                <a:gd name="connsiteX33" fmla="*/ 309899 w 407761"/>
                <a:gd name="connsiteY33" fmla="*/ 422714 h 543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07761" h="543683">
                  <a:moveTo>
                    <a:pt x="369024" y="216794"/>
                  </a:moveTo>
                  <a:lnTo>
                    <a:pt x="203881" y="0"/>
                  </a:lnTo>
                  <a:lnTo>
                    <a:pt x="38737" y="216794"/>
                  </a:lnTo>
                  <a:cubicBezTo>
                    <a:pt x="10874" y="253493"/>
                    <a:pt x="0" y="285434"/>
                    <a:pt x="0" y="320094"/>
                  </a:cubicBezTo>
                  <a:cubicBezTo>
                    <a:pt x="0" y="373103"/>
                    <a:pt x="26505" y="420675"/>
                    <a:pt x="74077" y="453975"/>
                  </a:cubicBezTo>
                  <a:lnTo>
                    <a:pt x="203881" y="543683"/>
                  </a:lnTo>
                  <a:lnTo>
                    <a:pt x="333685" y="453975"/>
                  </a:lnTo>
                  <a:cubicBezTo>
                    <a:pt x="381257" y="420675"/>
                    <a:pt x="407762" y="373103"/>
                    <a:pt x="407762" y="320094"/>
                  </a:cubicBezTo>
                  <a:cubicBezTo>
                    <a:pt x="407762" y="285434"/>
                    <a:pt x="396888" y="253493"/>
                    <a:pt x="369024" y="216794"/>
                  </a:cubicBezTo>
                  <a:close/>
                  <a:moveTo>
                    <a:pt x="177376" y="445140"/>
                  </a:moveTo>
                  <a:lnTo>
                    <a:pt x="177376" y="477082"/>
                  </a:lnTo>
                  <a:lnTo>
                    <a:pt x="97863" y="422714"/>
                  </a:lnTo>
                  <a:cubicBezTo>
                    <a:pt x="60485" y="397569"/>
                    <a:pt x="39417" y="360190"/>
                    <a:pt x="39417" y="322132"/>
                  </a:cubicBezTo>
                  <a:cubicBezTo>
                    <a:pt x="39417" y="302424"/>
                    <a:pt x="44854" y="283394"/>
                    <a:pt x="54368" y="265725"/>
                  </a:cubicBezTo>
                  <a:cubicBezTo>
                    <a:pt x="58446" y="277278"/>
                    <a:pt x="65242" y="288831"/>
                    <a:pt x="80193" y="305822"/>
                  </a:cubicBezTo>
                  <a:lnTo>
                    <a:pt x="164464" y="399607"/>
                  </a:lnTo>
                  <a:cubicBezTo>
                    <a:pt x="178056" y="415238"/>
                    <a:pt x="177376" y="424752"/>
                    <a:pt x="177376" y="445140"/>
                  </a:cubicBezTo>
                  <a:close/>
                  <a:moveTo>
                    <a:pt x="114853" y="285434"/>
                  </a:moveTo>
                  <a:cubicBezTo>
                    <a:pt x="93785" y="262327"/>
                    <a:pt x="89708" y="249414"/>
                    <a:pt x="89708" y="235823"/>
                  </a:cubicBezTo>
                  <a:cubicBezTo>
                    <a:pt x="89708" y="222230"/>
                    <a:pt x="92426" y="211357"/>
                    <a:pt x="108737" y="190289"/>
                  </a:cubicBezTo>
                  <a:lnTo>
                    <a:pt x="203881" y="66601"/>
                  </a:lnTo>
                  <a:lnTo>
                    <a:pt x="299025" y="190289"/>
                  </a:lnTo>
                  <a:cubicBezTo>
                    <a:pt x="314656" y="211357"/>
                    <a:pt x="318054" y="222910"/>
                    <a:pt x="318054" y="235823"/>
                  </a:cubicBezTo>
                  <a:cubicBezTo>
                    <a:pt x="318054" y="249414"/>
                    <a:pt x="313977" y="262327"/>
                    <a:pt x="292909" y="285434"/>
                  </a:cubicBezTo>
                  <a:lnTo>
                    <a:pt x="203881" y="384656"/>
                  </a:lnTo>
                  <a:lnTo>
                    <a:pt x="114853" y="285434"/>
                  </a:lnTo>
                  <a:close/>
                  <a:moveTo>
                    <a:pt x="309899" y="422714"/>
                  </a:moveTo>
                  <a:lnTo>
                    <a:pt x="230385" y="477082"/>
                  </a:lnTo>
                  <a:lnTo>
                    <a:pt x="230385" y="445140"/>
                  </a:lnTo>
                  <a:cubicBezTo>
                    <a:pt x="230385" y="424752"/>
                    <a:pt x="229706" y="415238"/>
                    <a:pt x="243298" y="399607"/>
                  </a:cubicBezTo>
                  <a:lnTo>
                    <a:pt x="327569" y="305822"/>
                  </a:lnTo>
                  <a:cubicBezTo>
                    <a:pt x="342520" y="288831"/>
                    <a:pt x="349316" y="277278"/>
                    <a:pt x="353394" y="265725"/>
                  </a:cubicBezTo>
                  <a:cubicBezTo>
                    <a:pt x="362908" y="283394"/>
                    <a:pt x="368345" y="302424"/>
                    <a:pt x="368345" y="322132"/>
                  </a:cubicBezTo>
                  <a:cubicBezTo>
                    <a:pt x="368345" y="360190"/>
                    <a:pt x="347277" y="397569"/>
                    <a:pt x="309899" y="422714"/>
                  </a:cubicBezTo>
                  <a:close/>
                </a:path>
              </a:pathLst>
            </a:custGeom>
            <a:grpFill/>
            <a:ln w="669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90B9D83-3508-5AF4-941D-AFAC364AB1F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47946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8B29F00-A6E4-62CE-A5F8-0D999E4FA7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2892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231966A2-A95D-2F70-3112-5B3A499DC3A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05100" y="5045075"/>
            <a:ext cx="3744000" cy="1217614"/>
          </a:xfrm>
        </p:spPr>
        <p:txBody>
          <a:bodyPr anchor="b">
            <a:noAutofit/>
          </a:bodyPr>
          <a:lstStyle>
            <a:lvl1pPr marL="0" indent="0">
              <a:lnSpc>
                <a:spcPts val="22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176213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00893D-F44C-4ECF-4E17-40DE0AF537FC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4230190" y="6876668"/>
            <a:ext cx="832349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1123AF0F-17F3-9430-2FE8-723A9D575248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6159499" y="6876668"/>
            <a:ext cx="3751264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2348E7E-528A-D55B-A33B-5C429A213D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991850" y="6876668"/>
            <a:ext cx="865188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559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 o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5">
            <a:extLst>
              <a:ext uri="{FF2B5EF4-FFF2-40B4-BE49-F238E27FC236}">
                <a16:creationId xmlns:a16="http://schemas.microsoft.com/office/drawing/2014/main" id="{D5D2A505-EF8F-D4AD-AF89-AF9DF1E45F80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4230190" y="6876668"/>
            <a:ext cx="832349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3" name="Footer Placeholder 22">
            <a:extLst>
              <a:ext uri="{FF2B5EF4-FFF2-40B4-BE49-F238E27FC236}">
                <a16:creationId xmlns:a16="http://schemas.microsoft.com/office/drawing/2014/main" id="{94204DCA-464A-A69E-E085-0CD8B53FDC7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6159499" y="6876668"/>
            <a:ext cx="3751264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Confidential / internal tag</a:t>
            </a:r>
            <a:endParaRPr lang="en-US" dirty="0"/>
          </a:p>
        </p:txBody>
      </p:sp>
      <p:sp>
        <p:nvSpPr>
          <p:cNvPr id="4" name="Slide Number Placeholder 23">
            <a:extLst>
              <a:ext uri="{FF2B5EF4-FFF2-40B4-BE49-F238E27FC236}">
                <a16:creationId xmlns:a16="http://schemas.microsoft.com/office/drawing/2014/main" id="{F601FF6F-0F04-D3C9-F129-9879CF45A0E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991850" y="6876668"/>
            <a:ext cx="865188" cy="177162"/>
          </a:xfrm>
        </p:spPr>
        <p:txBody>
          <a:bodyPr/>
          <a:lstStyle>
            <a:lvl1pPr>
              <a:defRPr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3566545-EAD3-852D-EF64-585AE59EA4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3000" y="2769429"/>
            <a:ext cx="1026000" cy="1319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2865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youts after this one do not belong to this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4405A5C8-297E-E3EB-142A-5DE16BD606D2}"/>
              </a:ext>
            </a:extLst>
          </p:cNvPr>
          <p:cNvSpPr txBox="1"/>
          <p:nvPr userDrawn="1"/>
        </p:nvSpPr>
        <p:spPr>
          <a:xfrm>
            <a:off x="1949450" y="1848787"/>
            <a:ext cx="82931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Layouts after this one do not belong to this template. Select one of the layouts before this one in the layout list.</a:t>
            </a:r>
            <a:endParaRPr lang="en-US" sz="5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948993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Relationship Id="rId40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907D54BB-8EC7-458A-A082-8AF430636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30190" y="6858000"/>
            <a:ext cx="832349" cy="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100" smtClean="0">
                <a:solidFill>
                  <a:srgbClr val="505055">
                    <a:alpha val="0"/>
                  </a:srgbClr>
                </a:solidFill>
              </a:defRPr>
            </a:lvl1pPr>
          </a:lstStyle>
          <a:p>
            <a:r>
              <a:rPr lang="en-US"/>
              <a:t>Date</a:t>
            </a:r>
            <a:endParaRPr lang="en-US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5C0A3ABB-C906-40E9-AF35-0DB0B3403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9650" y="6435511"/>
            <a:ext cx="2782889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sz="1000">
                <a:solidFill>
                  <a:srgbClr val="505055"/>
                </a:solidFill>
              </a:defRPr>
            </a:lvl1pPr>
          </a:lstStyle>
          <a:p>
            <a:r>
              <a:rPr lang="en-US" dirty="0"/>
              <a:t>Confidential / internal tag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7249AA9-CC7D-40E0-9894-3652F2EE8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91850" y="6435511"/>
            <a:ext cx="865188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en-US" sz="1000" smtClean="0">
                <a:solidFill>
                  <a:srgbClr val="505055"/>
                </a:solidFill>
              </a:defRPr>
            </a:lvl1pPr>
          </a:lstStyle>
          <a:p>
            <a:pPr algn="r"/>
            <a:fld id="{AE086683-F536-42AB-ABBC-F4803DFE8DBC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45401296-9B95-5420-8D6A-DD8DE74DB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581" y="341313"/>
            <a:ext cx="9568182" cy="54609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85BCBA-8390-1D80-4227-16236B39A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582" y="1700213"/>
            <a:ext cx="11506518" cy="45735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C8685E-22B8-C921-FE7D-6679902A12DF}"/>
              </a:ext>
            </a:extLst>
          </p:cNvPr>
          <p:cNvSpPr txBox="1"/>
          <p:nvPr userDrawn="1"/>
        </p:nvSpPr>
        <p:spPr>
          <a:xfrm>
            <a:off x="332169" y="6435512"/>
            <a:ext cx="2567442" cy="1771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sv-SE"/>
            </a:defPPr>
            <a:lvl1pPr>
              <a:defRPr sz="1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>
                <a:solidFill>
                  <a:srgbClr val="505055"/>
                </a:solidFill>
              </a:rPr>
              <a:t>© Bangkok Bank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EAF1CB7-EC16-C777-23B3-68F4D2D45D6E}"/>
              </a:ext>
            </a:extLst>
          </p:cNvPr>
          <p:cNvSpPr txBox="1">
            <a:spLocks/>
          </p:cNvSpPr>
          <p:nvPr userDrawn="1"/>
        </p:nvSpPr>
        <p:spPr>
          <a:xfrm>
            <a:off x="11521017" y="343854"/>
            <a:ext cx="330781" cy="42529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a:blipFill>
        </p:spPr>
        <p:txBody>
          <a:bodyPr>
            <a:noAutofit/>
          </a:bodyPr>
          <a:lstStyle>
            <a:lvl1pPr marL="162000" indent="0" algn="l" defTabSz="914400" rtl="0" eaLnBrk="1" latinLnBrk="0" hangingPunct="1">
              <a:lnSpc>
                <a:spcPts val="22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100" kern="1200" spc="0" baseline="0">
                <a:noFill/>
                <a:latin typeface="+mn-lt"/>
                <a:ea typeface="+mn-ea"/>
                <a:cs typeface="+mn-cs"/>
              </a:defRPr>
            </a:lvl1pPr>
            <a:lvl2pPr marL="485775" indent="-22701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9138" indent="-258763" algn="l" defTabSz="914400" rtl="0" eaLnBrk="1" latinLnBrk="0" hangingPunct="1">
              <a:lnSpc>
                <a:spcPts val="17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9013" indent="-227013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8888" indent="-266700" algn="l" defTabSz="914400" rtl="0" eaLnBrk="1" latinLnBrk="0" hangingPunct="1">
              <a:lnSpc>
                <a:spcPts val="14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79500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5713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31925" indent="-176213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16075" indent="-1841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13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5" r:id="rId2"/>
    <p:sldLayoutId id="2147483707" r:id="rId3"/>
    <p:sldLayoutId id="2147483696" r:id="rId4"/>
    <p:sldLayoutId id="2147483754" r:id="rId5"/>
    <p:sldLayoutId id="2147483697" r:id="rId6"/>
    <p:sldLayoutId id="2147483755" r:id="rId7"/>
    <p:sldLayoutId id="2147483714" r:id="rId8"/>
    <p:sldLayoutId id="2147483756" r:id="rId9"/>
    <p:sldLayoutId id="2147483678" r:id="rId10"/>
    <p:sldLayoutId id="2147483751" r:id="rId11"/>
    <p:sldLayoutId id="2147483674" r:id="rId12"/>
    <p:sldLayoutId id="2147483709" r:id="rId13"/>
    <p:sldLayoutId id="2147483729" r:id="rId14"/>
    <p:sldLayoutId id="2147483710" r:id="rId15"/>
    <p:sldLayoutId id="2147483748" r:id="rId16"/>
    <p:sldLayoutId id="2147483698" r:id="rId17"/>
    <p:sldLayoutId id="2147483712" r:id="rId18"/>
    <p:sldLayoutId id="2147483715" r:id="rId19"/>
    <p:sldLayoutId id="2147483711" r:id="rId20"/>
    <p:sldLayoutId id="2147483749" r:id="rId21"/>
    <p:sldLayoutId id="2147483727" r:id="rId22"/>
    <p:sldLayoutId id="2147483740" r:id="rId23"/>
    <p:sldLayoutId id="2147483742" r:id="rId24"/>
    <p:sldLayoutId id="2147483741" r:id="rId25"/>
    <p:sldLayoutId id="2147483743" r:id="rId26"/>
    <p:sldLayoutId id="2147483744" r:id="rId27"/>
    <p:sldLayoutId id="2147483745" r:id="rId28"/>
    <p:sldLayoutId id="2147483746" r:id="rId29"/>
    <p:sldLayoutId id="2147483747" r:id="rId30"/>
    <p:sldLayoutId id="2147483752" r:id="rId31"/>
    <p:sldLayoutId id="2147483753" r:id="rId32"/>
    <p:sldLayoutId id="2147483750" r:id="rId33"/>
    <p:sldLayoutId id="2147483692" r:id="rId34"/>
    <p:sldLayoutId id="2147483691" r:id="rId35"/>
    <p:sldLayoutId id="2147483717" r:id="rId36"/>
    <p:sldLayoutId id="2147483704" r:id="rId37"/>
    <p:sldLayoutId id="2147483658" r:id="rId38"/>
  </p:sldLayoutIdLst>
  <p:hf hdr="0" dt="0"/>
  <p:txStyles>
    <p:titleStyle>
      <a:lvl1pPr algn="l" defTabSz="914400" rtl="0" eaLnBrk="1" latinLnBrk="0" hangingPunct="1">
        <a:lnSpc>
          <a:spcPts val="3000"/>
        </a:lnSpc>
        <a:spcBef>
          <a:spcPct val="0"/>
        </a:spcBef>
        <a:buNone/>
        <a:defRPr sz="24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488" indent="-217488" algn="l" defTabSz="914400" rtl="0" eaLnBrk="1" latinLnBrk="0" hangingPunct="1">
        <a:lnSpc>
          <a:spcPts val="2000"/>
        </a:lnSpc>
        <a:spcBef>
          <a:spcPts val="800"/>
        </a:spcBef>
        <a:spcAft>
          <a:spcPts val="0"/>
        </a:spcAft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485775" indent="-227013" algn="l" defTabSz="914400" rtl="0" eaLnBrk="1" latinLnBrk="0" hangingPunct="1">
        <a:lnSpc>
          <a:spcPts val="15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719138" indent="-258763" algn="l" defTabSz="914400" rtl="0" eaLnBrk="1" latinLnBrk="0" hangingPunct="1">
        <a:lnSpc>
          <a:spcPts val="15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2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989013" indent="-227013" algn="l" defTabSz="914400" rtl="0" eaLnBrk="1" latinLnBrk="0" hangingPunct="1">
        <a:lnSpc>
          <a:spcPts val="12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tabLst/>
        <a:defRPr sz="10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1258888" indent="-266700" algn="l" defTabSz="914400" rtl="0" eaLnBrk="1" latinLnBrk="0" hangingPunct="1">
        <a:lnSpc>
          <a:spcPts val="12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sz="10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1079500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1616075" indent="-18415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5" userDrawn="1">
          <p15:clr>
            <a:srgbClr val="F26B43"/>
          </p15:clr>
        </p15:guide>
        <p15:guide id="2" pos="746" userDrawn="1">
          <p15:clr>
            <a:srgbClr val="C8C8C8"/>
          </p15:clr>
        </p15:guide>
        <p15:guide id="3" pos="826" userDrawn="1">
          <p15:clr>
            <a:srgbClr val="C8C8C8"/>
          </p15:clr>
        </p15:guide>
        <p15:guide id="4" pos="1357" userDrawn="1">
          <p15:clr>
            <a:srgbClr val="C8C8C8"/>
          </p15:clr>
        </p15:guide>
        <p15:guide id="5" pos="1436" userDrawn="1">
          <p15:clr>
            <a:srgbClr val="C8C8C8"/>
          </p15:clr>
        </p15:guide>
        <p15:guide id="6" pos="1968" userDrawn="1">
          <p15:clr>
            <a:srgbClr val="C8C8C8"/>
          </p15:clr>
        </p15:guide>
        <p15:guide id="7" pos="2047" userDrawn="1">
          <p15:clr>
            <a:srgbClr val="C8C8C8"/>
          </p15:clr>
        </p15:guide>
        <p15:guide id="8" pos="2578" userDrawn="1">
          <p15:clr>
            <a:srgbClr val="C8C8C8"/>
          </p15:clr>
        </p15:guide>
        <p15:guide id="9" pos="2658" userDrawn="1">
          <p15:clr>
            <a:srgbClr val="C8C8C8"/>
          </p15:clr>
        </p15:guide>
        <p15:guide id="10" pos="3189" userDrawn="1">
          <p15:clr>
            <a:srgbClr val="C8C8C8"/>
          </p15:clr>
        </p15:guide>
        <p15:guide id="11" pos="3268" userDrawn="1">
          <p15:clr>
            <a:srgbClr val="C8C8C8"/>
          </p15:clr>
        </p15:guide>
        <p15:guide id="12" pos="3800" userDrawn="1">
          <p15:clr>
            <a:srgbClr val="C8C8C8"/>
          </p15:clr>
        </p15:guide>
        <p15:guide id="13" pos="3879" userDrawn="1">
          <p15:clr>
            <a:srgbClr val="C8C8C8"/>
          </p15:clr>
        </p15:guide>
        <p15:guide id="14" pos="4411" userDrawn="1">
          <p15:clr>
            <a:srgbClr val="C8C8C8"/>
          </p15:clr>
        </p15:guide>
        <p15:guide id="15" pos="4490" userDrawn="1">
          <p15:clr>
            <a:srgbClr val="C8C8C8"/>
          </p15:clr>
        </p15:guide>
        <p15:guide id="16" pos="5021" userDrawn="1">
          <p15:clr>
            <a:srgbClr val="C8C8C8"/>
          </p15:clr>
        </p15:guide>
        <p15:guide id="17" pos="5101" userDrawn="1">
          <p15:clr>
            <a:srgbClr val="C8C8C8"/>
          </p15:clr>
        </p15:guide>
        <p15:guide id="18" pos="5632" userDrawn="1">
          <p15:clr>
            <a:srgbClr val="C8C8C8"/>
          </p15:clr>
        </p15:guide>
        <p15:guide id="19" pos="5711" userDrawn="1">
          <p15:clr>
            <a:srgbClr val="C8C8C8"/>
          </p15:clr>
        </p15:guide>
        <p15:guide id="20" pos="6243" userDrawn="1">
          <p15:clr>
            <a:srgbClr val="C8C8C8"/>
          </p15:clr>
        </p15:guide>
        <p15:guide id="21" pos="6322" userDrawn="1">
          <p15:clr>
            <a:srgbClr val="C8C8C8"/>
          </p15:clr>
        </p15:guide>
        <p15:guide id="22" pos="6853" userDrawn="1">
          <p15:clr>
            <a:srgbClr val="C8C8C8"/>
          </p15:clr>
        </p15:guide>
        <p15:guide id="23" pos="6933" userDrawn="1">
          <p15:clr>
            <a:srgbClr val="C8C8C8"/>
          </p15:clr>
        </p15:guide>
        <p15:guide id="24" pos="7464" userDrawn="1">
          <p15:clr>
            <a:srgbClr val="F26B43"/>
          </p15:clr>
        </p15:guide>
        <p15:guide id="25" orient="horz" pos="215" userDrawn="1">
          <p15:clr>
            <a:srgbClr val="F26B43"/>
          </p15:clr>
        </p15:guide>
        <p15:guide id="26" orient="horz" pos="559" userDrawn="1">
          <p15:clr>
            <a:srgbClr val="C8C8C8"/>
          </p15:clr>
        </p15:guide>
        <p15:guide id="27" orient="horz" pos="638" userDrawn="1">
          <p15:clr>
            <a:srgbClr val="C8C8C8"/>
          </p15:clr>
        </p15:guide>
        <p15:guide id="28" orient="horz" pos="982" userDrawn="1">
          <p15:clr>
            <a:srgbClr val="C8C8C8"/>
          </p15:clr>
        </p15:guide>
        <p15:guide id="29" orient="horz" pos="1062" userDrawn="1">
          <p15:clr>
            <a:srgbClr val="C8C8C8"/>
          </p15:clr>
        </p15:guide>
        <p15:guide id="30" orient="horz" pos="1405" userDrawn="1">
          <p15:clr>
            <a:srgbClr val="C8C8C8"/>
          </p15:clr>
        </p15:guide>
        <p15:guide id="31" orient="horz" pos="1485" userDrawn="1">
          <p15:clr>
            <a:srgbClr val="C8C8C8"/>
          </p15:clr>
        </p15:guide>
        <p15:guide id="32" orient="horz" pos="1829" userDrawn="1">
          <p15:clr>
            <a:srgbClr val="C8C8C8"/>
          </p15:clr>
        </p15:guide>
        <p15:guide id="33" orient="horz" pos="1908" userDrawn="1">
          <p15:clr>
            <a:srgbClr val="C8C8C8"/>
          </p15:clr>
        </p15:guide>
        <p15:guide id="34" orient="horz" pos="2252" userDrawn="1">
          <p15:clr>
            <a:srgbClr val="C8C8C8"/>
          </p15:clr>
        </p15:guide>
        <p15:guide id="35" orient="horz" pos="2331" userDrawn="1">
          <p15:clr>
            <a:srgbClr val="C8C8C8"/>
          </p15:clr>
        </p15:guide>
        <p15:guide id="36" orient="horz" pos="2675" userDrawn="1">
          <p15:clr>
            <a:srgbClr val="C8C8C8"/>
          </p15:clr>
        </p15:guide>
        <p15:guide id="37" orient="horz" pos="2755" userDrawn="1">
          <p15:clr>
            <a:srgbClr val="C8C8C8"/>
          </p15:clr>
        </p15:guide>
        <p15:guide id="38" orient="horz" pos="3099" userDrawn="1">
          <p15:clr>
            <a:srgbClr val="C8C8C8"/>
          </p15:clr>
        </p15:guide>
        <p15:guide id="39" orient="horz" pos="3178" userDrawn="1">
          <p15:clr>
            <a:srgbClr val="C8C8C8"/>
          </p15:clr>
        </p15:guide>
        <p15:guide id="40" orient="horz" pos="3522" userDrawn="1">
          <p15:clr>
            <a:srgbClr val="C8C8C8"/>
          </p15:clr>
        </p15:guide>
        <p15:guide id="41" orient="horz" pos="3601" userDrawn="1">
          <p15:clr>
            <a:srgbClr val="C8C8C8"/>
          </p15:clr>
        </p15:guide>
        <p15:guide id="42" orient="horz" pos="3945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Bangkok bank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">
      <a:majorFont>
        <a:latin typeface="BBL Sans Office Medium"/>
        <a:ea typeface=""/>
        <a:cs typeface="BBL Sans Office Medium"/>
      </a:majorFont>
      <a:minorFont>
        <a:latin typeface="BBL Sans Office"/>
        <a:ea typeface=""/>
        <a:cs typeface="BBL Sans Offic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500" dirty="0"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lnSpc>
            <a:spcPts val="2200"/>
          </a:lnSpc>
          <a:spcBef>
            <a:spcPts val="1200"/>
          </a:spcBef>
          <a:defRPr sz="1600" dirty="0" err="1" smtClean="0">
            <a:cs typeface="Arial" panose="020B0604020202020204" pitchFamily="34" charset="0"/>
          </a:defRPr>
        </a:defPPr>
      </a:lstStyle>
    </a:txDef>
  </a:objectDefaults>
  <a:extraClrSchemeLst/>
  <a:custClrLst>
    <a:custClr>
      <a:srgbClr val="7A0334"/>
    </a:custClr>
    <a:custClr>
      <a:srgbClr val="EF3C67"/>
    </a:custClr>
    <a:custClr>
      <a:srgbClr val="FFCCC5"/>
    </a:custClr>
    <a:custClr>
      <a:srgbClr val="09594A"/>
    </a:custClr>
    <a:custClr>
      <a:srgbClr val="16A873"/>
    </a:custClr>
    <a:custClr>
      <a:srgbClr val="BCEDC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622184"/>
    </a:custClr>
    <a:custClr>
      <a:srgbClr val="9E50CC"/>
    </a:custClr>
    <a:custClr>
      <a:srgbClr val="EBCFFF"/>
    </a:custClr>
    <a:custClr>
      <a:srgbClr val="17171A"/>
    </a:custClr>
    <a:custClr>
      <a:srgbClr val="323238"/>
    </a:custClr>
    <a:custClr>
      <a:srgbClr val="46464D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5E5E66"/>
    </a:custClr>
    <a:custClr>
      <a:srgbClr val="78787D"/>
    </a:custClr>
    <a:custClr>
      <a:srgbClr val="939399"/>
    </a:custClr>
    <a:custClr>
      <a:srgbClr val="C8C8CC"/>
    </a:custClr>
    <a:custClr>
      <a:srgbClr val="E3E3E5"/>
    </a:custClr>
    <a:custClr>
      <a:srgbClr val="F5F5F5"/>
    </a:custClr>
  </a:custClrLst>
  <a:extLst>
    <a:ext uri="{05A4C25C-085E-4340-85A3-A5531E510DB2}">
      <thm15:themeFamily xmlns:thm15="http://schemas.microsoft.com/office/thememl/2012/main" name="Bangkok bank.potx" id="{A6A54D1A-CE00-4B1B-95F5-ABA0A466EBDC}" vid="{100F0D9F-A704-433E-A427-2F1864A015C1}"/>
    </a:ext>
  </a:extLst>
</a:theme>
</file>

<file path=ppt/theme/theme2.xml><?xml version="1.0" encoding="utf-8"?>
<a:theme xmlns:a="http://schemas.openxmlformats.org/drawingml/2006/main" name="Office-tema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_font">
      <a:majorFont>
        <a:latin typeface="BBL Sans Office Medium"/>
        <a:ea typeface=""/>
        <a:cs typeface=""/>
      </a:majorFont>
      <a:minorFont>
        <a:latin typeface="BBL Sans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ngkok bank_colour">
      <a:dk1>
        <a:srgbClr val="000000"/>
      </a:dk1>
      <a:lt1>
        <a:srgbClr val="FFFFFF"/>
      </a:lt1>
      <a:dk2>
        <a:srgbClr val="323238"/>
      </a:dk2>
      <a:lt2>
        <a:srgbClr val="F8F8F8"/>
      </a:lt2>
      <a:accent1>
        <a:srgbClr val="0064FF"/>
      </a:accent1>
      <a:accent2>
        <a:srgbClr val="A1C6FF"/>
      </a:accent2>
      <a:accent3>
        <a:srgbClr val="002850"/>
      </a:accent3>
      <a:accent4>
        <a:srgbClr val="939399"/>
      </a:accent4>
      <a:accent5>
        <a:srgbClr val="09594A"/>
      </a:accent5>
      <a:accent6>
        <a:srgbClr val="61D09C"/>
      </a:accent6>
      <a:hlink>
        <a:srgbClr val="000000"/>
      </a:hlink>
      <a:folHlink>
        <a:srgbClr val="000000"/>
      </a:folHlink>
    </a:clrScheme>
    <a:fontScheme name="Bangkok bank_font">
      <a:majorFont>
        <a:latin typeface="BBL Sans Office Medium"/>
        <a:ea typeface=""/>
        <a:cs typeface=""/>
      </a:majorFont>
      <a:minorFont>
        <a:latin typeface="BBL Sans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54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931610-F55B-482F-8719-FC5500382874}">
  <we:reference id="33491e4f-5d38-4c24-85cb-c5144f8a0d2f" version="1.0.0.0" store="EXCatalog" storeType="EXCatalog"/>
  <we:alternateReferences/>
  <we:properties>
    <we:property name="Office.AutoShowTaskpaneWithDocument" value="fals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2CCF69169AB94A9D7C518ACD60545A" ma:contentTypeVersion="12" ma:contentTypeDescription="Create a new document." ma:contentTypeScope="" ma:versionID="c18e170f4fe833185dcf682741e8f86c">
  <xsd:schema xmlns:xsd="http://www.w3.org/2001/XMLSchema" xmlns:xs="http://www.w3.org/2001/XMLSchema" xmlns:p="http://schemas.microsoft.com/office/2006/metadata/properties" xmlns:ns2="d282c5e2-1a29-480b-8ef9-8bbb86aada25" xmlns:ns3="841f02e9-9b15-4559-9881-e9116a97eaca" targetNamespace="http://schemas.microsoft.com/office/2006/metadata/properties" ma:root="true" ma:fieldsID="4beb6c79a85bd867075192e530d4d653" ns2:_="" ns3:_="">
    <xsd:import namespace="d282c5e2-1a29-480b-8ef9-8bbb86aada25"/>
    <xsd:import namespace="841f02e9-9b15-4559-9881-e9116a97ea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82c5e2-1a29-480b-8ef9-8bbb86aada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ec7ee6d-d4d4-494f-adc2-937be636a3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1f02e9-9b15-4559-9881-e9116a97eac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8dcfa44-e6b4-412b-8ecb-da706e2030f1}" ma:internalName="TaxCatchAll" ma:showField="CatchAllData" ma:web="841f02e9-9b15-4559-9881-e9116a97eac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82c5e2-1a29-480b-8ef9-8bbb86aada25">
      <Terms xmlns="http://schemas.microsoft.com/office/infopath/2007/PartnerControls"/>
    </lcf76f155ced4ddcb4097134ff3c332f>
    <TaxCatchAll xmlns="841f02e9-9b15-4559-9881-e9116a97eaca" xsi:nil="true"/>
  </documentManagement>
</p:properties>
</file>

<file path=customXml/itemProps1.xml><?xml version="1.0" encoding="utf-8"?>
<ds:datastoreItem xmlns:ds="http://schemas.openxmlformats.org/officeDocument/2006/customXml" ds:itemID="{9CEBAD6A-AFE5-46E0-9A90-AF4AB80FFB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CF8C90A-C7B9-42D4-8052-22EE4C913D5E}"/>
</file>

<file path=customXml/itemProps3.xml><?xml version="1.0" encoding="utf-8"?>
<ds:datastoreItem xmlns:ds="http://schemas.openxmlformats.org/officeDocument/2006/customXml" ds:itemID="{D4ABDA6A-1F6C-4B42-8544-08E5AE6AC91F}">
  <ds:schemaRefs>
    <ds:schemaRef ds:uri="http://schemas.microsoft.com/office/infopath/2007/PartnerControls"/>
    <ds:schemaRef ds:uri="http://schemas.microsoft.com/office/2006/documentManagement/types"/>
    <ds:schemaRef ds:uri="d7532cd0-e888-47d6-8f58-db0210f25002"/>
    <ds:schemaRef ds:uri="http://purl.org/dc/elements/1.1/"/>
    <ds:schemaRef ds:uri="10c3a147-0d64-46aa-a281-dc97358e8373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7582</Words>
  <Application>Microsoft Office PowerPoint</Application>
  <PresentationFormat>Widescreen</PresentationFormat>
  <Paragraphs>616</Paragraphs>
  <Slides>56</Slides>
  <Notes>55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BBL Sans Office</vt:lpstr>
      <vt:lpstr>BBL Sans Office Medium</vt:lpstr>
      <vt:lpstr>Bangkok bank</vt:lpstr>
      <vt:lpstr>Headline goes here – One to three rows</vt:lpstr>
      <vt:lpstr>Headline goes here – One to three rows</vt:lpstr>
      <vt:lpstr>Agenda</vt:lpstr>
      <vt:lpstr>Leveraging analytics for growth tactics</vt:lpstr>
      <vt:lpstr>Leveraging analytics for growth tactics</vt:lpstr>
      <vt:lpstr>How to apply data-driven insights in sales</vt:lpstr>
      <vt:lpstr>How to apply data-driven insights in sales</vt:lpstr>
      <vt:lpstr>How to apply data-driven insights in sales</vt:lpstr>
      <vt:lpstr>How to apply data-driven insights in sales</vt:lpstr>
      <vt:lpstr>PowerPoint Presentation</vt:lpstr>
      <vt:lpstr>PowerPoint Presentation</vt:lpstr>
      <vt:lpstr>Bullet point slide with content</vt:lpstr>
      <vt:lpstr>Bullet point</vt:lpstr>
      <vt:lpstr>Two column slide</vt:lpstr>
      <vt:lpstr>Three column slide</vt:lpstr>
      <vt:lpstr>Four column slide</vt:lpstr>
      <vt:lpstr>Two column slide with images</vt:lpstr>
      <vt:lpstr>Three column</vt:lpstr>
      <vt:lpstr>Four column slide with images</vt:lpstr>
      <vt:lpstr>DOC: Two columns</vt:lpstr>
      <vt:lpstr>DOC: 1 graph and text</vt:lpstr>
      <vt:lpstr>DOC: 2 graphs and text</vt:lpstr>
      <vt:lpstr>DOC: 3 graphs and text</vt:lpstr>
      <vt:lpstr>DOC: 2 columns and 1 graph (small)</vt:lpstr>
      <vt:lpstr>DOC: 2 columns and 2 graphs (small)</vt:lpstr>
      <vt:lpstr>DOC: 2 columns and 3 graphs (small)</vt:lpstr>
      <vt:lpstr>DOC: Text and 1 graph (small)</vt:lpstr>
      <vt:lpstr>DOC: Text and 2 graphs (small)</vt:lpstr>
      <vt:lpstr>DOC: Text and 3 graph (small)</vt:lpstr>
      <vt:lpstr>Title only slide</vt:lpstr>
      <vt:lpstr>PowerPoint Presentation</vt:lpstr>
      <vt:lpstr>PowerPoint Presentation</vt:lpstr>
      <vt:lpstr>ขอบคุณ Thank you!</vt:lpstr>
      <vt:lpstr>PowerPoint Presentation</vt:lpstr>
      <vt:lpstr>High-level overview timeline</vt:lpstr>
      <vt:lpstr>High-level overview timeline (long)</vt:lpstr>
      <vt:lpstr>Project phases (short)</vt:lpstr>
      <vt:lpstr>Project phases (short)</vt:lpstr>
      <vt:lpstr>Project phases (short)</vt:lpstr>
      <vt:lpstr>Project phases (short)</vt:lpstr>
      <vt:lpstr>Alternative layout</vt:lpstr>
      <vt:lpstr>Quarterly timeline</vt:lpstr>
      <vt:lpstr>Quarterly timeline</vt:lpstr>
      <vt:lpstr>Hierarchy diagram</vt:lpstr>
      <vt:lpstr>World map</vt:lpstr>
      <vt:lpstr>SEA/Thailand map</vt:lpstr>
      <vt:lpstr>K. Somchai Sombat </vt:lpstr>
      <vt:lpstr>Representatives of Bangkok Bank</vt:lpstr>
      <vt:lpstr>Instructions Layouts, Theme Colors, Theme Fonts</vt:lpstr>
      <vt:lpstr>Instructions  Images and videos</vt:lpstr>
      <vt:lpstr>Instructions  Working with presentations</vt:lpstr>
      <vt:lpstr>Instructions  Working with presentations</vt:lpstr>
      <vt:lpstr>เลย์เอาต์ สีธีม การจัดรูปแบบข้อความ ฟอนต์ </vt:lpstr>
      <vt:lpstr>การจัดการรูปภาพและวิดีโอ</vt:lpstr>
      <vt:lpstr>ข้อแนะนำในการสร้างและปรับแต่งไฟล์นำเสนอ</vt:lpstr>
      <vt:lpstr>ข้อแนะนำในการสร้างและปรับแต่งไฟล์นำเสนอ (ต่อ)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Monica Lindqvist</dc:creator>
  <cp:lastModifiedBy>Jonas Gullman</cp:lastModifiedBy>
  <cp:revision>183</cp:revision>
  <dcterms:created xsi:type="dcterms:W3CDTF">2024-06-10T10:11:33Z</dcterms:created>
  <dcterms:modified xsi:type="dcterms:W3CDTF">2026-05-22T13:40:45Z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0x010100AB2CCF69169AB94A9D7C518ACD60545A</vt:lpwstr>
  </property>
  <property fmtid="{D5CDD505-2E9C-101B-9397-08002B2CF9AE}" pid="3" name="Order">
    <vt:r8>32000</vt:r8>
  </property>
  <property fmtid="{D5CDD505-2E9C-101B-9397-08002B2CF9AE}" pid="4" name="MediaServiceImageTags">
    <vt:lpwstr/>
  </property>
  <property fmtid="{D5CDD505-2E9C-101B-9397-08002B2CF9AE}" pid="5" name="NumCols">
    <vt:lpwstr>12</vt:lpwstr>
  </property>
  <property fmtid="{D5CDD505-2E9C-101B-9397-08002B2CF9AE}" pid="6" name="NumRows">
    <vt:lpwstr>9</vt:lpwstr>
  </property>
  <property fmtid="{D5CDD505-2E9C-101B-9397-08002B2CF9AE}" pid="7" name="ColSpacing">
    <vt:lpwstr>0,35</vt:lpwstr>
  </property>
  <property fmtid="{D5CDD505-2E9C-101B-9397-08002B2CF9AE}" pid="8" name="RowSpacing">
    <vt:lpwstr>0,35</vt:lpwstr>
  </property>
  <property fmtid="{D5CDD505-2E9C-101B-9397-08002B2CF9AE}" pid="9" name="Mall">
    <vt:lpwstr>1,7</vt:lpwstr>
  </property>
  <property fmtid="{D5CDD505-2E9C-101B-9397-08002B2CF9AE}" pid="10" name="Mleft">
    <vt:lpwstr>0,95</vt:lpwstr>
  </property>
  <property fmtid="{D5CDD505-2E9C-101B-9397-08002B2CF9AE}" pid="11" name="Mright">
    <vt:lpwstr>0,95</vt:lpwstr>
  </property>
  <property fmtid="{D5CDD505-2E9C-101B-9397-08002B2CF9AE}" pid="12" name="Mtop">
    <vt:lpwstr>0,95</vt:lpwstr>
  </property>
  <property fmtid="{D5CDD505-2E9C-101B-9397-08002B2CF9AE}" pid="13" name="Mbot">
    <vt:lpwstr>1,65</vt:lpwstr>
  </property>
</Properties>
</file>